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5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7" d="100"/>
          <a:sy n="77" d="100"/>
        </p:scale>
        <p:origin x="2266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1.7926076627983494E-2"/>
          <c:y val="6.0268753524689881E-3"/>
          <c:w val="0.7420559930008761"/>
          <c:h val="0.80565460567429148"/>
        </c:manualLayout>
      </c:layout>
      <c:pie3DChart>
        <c:varyColors val="1"/>
        <c:ser>
          <c:idx val="0"/>
          <c:order val="0"/>
          <c:tx>
            <c:strRef>
              <c:f>Sheet1!$B$3</c:f>
              <c:strCache>
                <c:ptCount val="1"/>
                <c:pt idx="0">
                  <c:v>20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45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hade val="45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shade val="45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4D14-4167-9DD2-C9A0B2692259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1">
                      <a:shade val="61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hade val="61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shade val="61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4D14-4167-9DD2-C9A0B2692259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1">
                      <a:shade val="76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hade val="76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shade val="76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4D14-4167-9DD2-C9A0B2692259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shade val="92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hade val="92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shade val="92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7-4D14-4167-9DD2-C9A0B2692259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1">
                      <a:tint val="93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tint val="93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tint val="93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9-4D14-4167-9DD2-C9A0B2692259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1">
                      <a:tint val="77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tint val="77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tint val="77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B-4D14-4167-9DD2-C9A0B2692259}"/>
              </c:ext>
            </c:extLst>
          </c:dPt>
          <c:dPt>
            <c:idx val="6"/>
            <c:bubble3D val="0"/>
            <c:spPr>
              <a:gradFill rotWithShape="1">
                <a:gsLst>
                  <a:gs pos="0">
                    <a:schemeClr val="accent1">
                      <a:tint val="62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tint val="62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tint val="62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D-4D14-4167-9DD2-C9A0B2692259}"/>
              </c:ext>
            </c:extLst>
          </c:dPt>
          <c:dPt>
            <c:idx val="7"/>
            <c:bubble3D val="0"/>
            <c:spPr>
              <a:gradFill rotWithShape="1">
                <a:gsLst>
                  <a:gs pos="0">
                    <a:schemeClr val="accent1">
                      <a:tint val="46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tint val="46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tint val="46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F-4D14-4167-9DD2-C9A0B2692259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7F08217A-71C2-4983-B631-820C418D65E1}" type="CATEGORYNAME">
                      <a:rPr lang="en-US">
                        <a:solidFill>
                          <a:schemeClr val="bg1"/>
                        </a:solidFill>
                      </a:rPr>
                      <a:pPr/>
                      <a:t>[CATEGORY NAME]</a:t>
                    </a:fld>
                    <a:r>
                      <a:rPr lang="en-US" baseline="0" dirty="0">
                        <a:solidFill>
                          <a:schemeClr val="bg1"/>
                        </a:solidFill>
                      </a:rPr>
                      <a:t>
</a:t>
                    </a:r>
                    <a:fld id="{A9E0D897-F527-40B6-9F8F-796965F7CEFB}" type="PERCENTAGE">
                      <a:rPr lang="en-US" baseline="0">
                        <a:solidFill>
                          <a:schemeClr val="bg1"/>
                        </a:solidFill>
                      </a:rPr>
                      <a:pPr/>
                      <a:t>[PERCENTAGE]</a:t>
                    </a:fld>
                    <a:endParaRPr lang="en-US" baseline="0" dirty="0">
                      <a:solidFill>
                        <a:schemeClr val="bg1"/>
                      </a:solidFill>
                    </a:endParaRPr>
                  </a:p>
                </c:rich>
              </c:tx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4D14-4167-9DD2-C9A0B269225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3F17BD5-83E1-4515-BE27-31B0CC1133EB}" type="CATEGORYNAME">
                      <a:rPr lang="en-US">
                        <a:solidFill>
                          <a:schemeClr val="bg1"/>
                        </a:solidFill>
                      </a:rPr>
                      <a:pPr/>
                      <a:t>[CATEGORY NAME]</a:t>
                    </a:fld>
                    <a:r>
                      <a:rPr lang="en-US" baseline="0" dirty="0">
                        <a:solidFill>
                          <a:schemeClr val="bg1"/>
                        </a:solidFill>
                      </a:rPr>
                      <a:t>
</a:t>
                    </a:r>
                    <a:fld id="{24BD2B9E-EA9F-4E37-98E0-8887F6738D5A}" type="PERCENTAGE">
                      <a:rPr lang="en-US" baseline="0">
                        <a:solidFill>
                          <a:schemeClr val="bg1"/>
                        </a:solidFill>
                      </a:rPr>
                      <a:pPr/>
                      <a:t>[PERCENTAGE]</a:t>
                    </a:fld>
                    <a:endParaRPr lang="en-US" baseline="0" dirty="0">
                      <a:solidFill>
                        <a:schemeClr val="bg1"/>
                      </a:solidFill>
                    </a:endParaRPr>
                  </a:p>
                </c:rich>
              </c:tx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4D14-4167-9DD2-C9A0B269225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034EBC4E-242B-4586-A0E9-CCB8E7F0E858}" type="CATEGORYNAME">
                      <a:rPr lang="en-US">
                        <a:solidFill>
                          <a:schemeClr val="bg1"/>
                        </a:solidFill>
                      </a:rPr>
                      <a:pPr/>
                      <a:t>[CATEGORY NAME]</a:t>
                    </a:fld>
                    <a:r>
                      <a:rPr lang="en-US" baseline="0" dirty="0">
                        <a:solidFill>
                          <a:schemeClr val="bg1"/>
                        </a:solidFill>
                      </a:rPr>
                      <a:t>
</a:t>
                    </a:r>
                    <a:fld id="{7D92FF49-20E9-4DAB-8E9A-1C35CE0E39DE}" type="VALUE">
                      <a:rPr lang="en-US" baseline="0" smtClean="0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 baseline="0" dirty="0">
                      <a:solidFill>
                        <a:schemeClr val="bg1"/>
                      </a:solidFill>
                    </a:endParaRPr>
                  </a:p>
                </c:rich>
              </c:tx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4D14-4167-9DD2-C9A0B2692259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9DDF0B69-3F7C-4A40-AEA1-C063F9F2C9AD}" type="CATEGORYNAME">
                      <a:rPr lang="en-US">
                        <a:solidFill>
                          <a:schemeClr val="bg1"/>
                        </a:solidFill>
                      </a:rPr>
                      <a:pPr/>
                      <a:t>[CATEGORY NAME]</a:t>
                    </a:fld>
                    <a:r>
                      <a:rPr lang="en-US" baseline="0" dirty="0">
                        <a:solidFill>
                          <a:schemeClr val="bg1"/>
                        </a:solidFill>
                      </a:rPr>
                      <a:t>
</a:t>
                    </a:r>
                    <a:fld id="{036E8E29-D749-4542-9820-CA0BCFA7054E}" type="PERCENTAGE">
                      <a:rPr lang="en-US" baseline="0">
                        <a:solidFill>
                          <a:schemeClr val="bg1"/>
                        </a:solidFill>
                      </a:rPr>
                      <a:pPr/>
                      <a:t>[PERCENTAGE]</a:t>
                    </a:fld>
                    <a:endParaRPr lang="en-US" baseline="0" dirty="0">
                      <a:solidFill>
                        <a:schemeClr val="bg1"/>
                      </a:solidFill>
                    </a:endParaRPr>
                  </a:p>
                </c:rich>
              </c:tx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4D14-4167-9DD2-C9A0B2692259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FC852490-469D-48B6-8669-AB30F6EA9AFD}" type="CATEGORYNAME">
                      <a:rPr lang="en-US">
                        <a:solidFill>
                          <a:schemeClr val="bg1"/>
                        </a:solidFill>
                      </a:rPr>
                      <a:pPr/>
                      <a:t>[CATEGORY NAME]</a:t>
                    </a:fld>
                    <a:r>
                      <a:rPr lang="en-US" baseline="0" dirty="0">
                        <a:solidFill>
                          <a:schemeClr val="bg1"/>
                        </a:solidFill>
                      </a:rPr>
                      <a:t>
</a:t>
                    </a:r>
                    <a:fld id="{944F8D50-6679-4633-8CE9-F1DF445836A7}" type="VALUE">
                      <a:rPr lang="en-US" baseline="0" smtClean="0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 baseline="0" dirty="0">
                      <a:solidFill>
                        <a:schemeClr val="bg1"/>
                      </a:solidFill>
                    </a:endParaRPr>
                  </a:p>
                </c:rich>
              </c:tx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4D14-4167-9DD2-C9A0B2692259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8DF3BA62-1932-4CA0-BAB6-F7FE17D925D6}" type="CATEGORYNAME">
                      <a:rPr lang="en-US">
                        <a:solidFill>
                          <a:schemeClr val="bg1"/>
                        </a:solidFill>
                      </a:rPr>
                      <a:pPr/>
                      <a:t>[CATEGORY NAME]</a:t>
                    </a:fld>
                    <a:r>
                      <a:rPr lang="en-US" baseline="0" dirty="0">
                        <a:solidFill>
                          <a:schemeClr val="bg1"/>
                        </a:solidFill>
                      </a:rPr>
                      <a:t>
</a:t>
                    </a:r>
                    <a:fld id="{B9048BFA-D3CD-497C-889B-13A32E92EEA3}" type="PERCENTAGE">
                      <a:rPr lang="en-US" baseline="0">
                        <a:solidFill>
                          <a:schemeClr val="bg1"/>
                        </a:solidFill>
                      </a:rPr>
                      <a:pPr/>
                      <a:t>[PERCENTAGE]</a:t>
                    </a:fld>
                    <a:endParaRPr lang="en-US" baseline="0" dirty="0">
                      <a:solidFill>
                        <a:schemeClr val="bg1"/>
                      </a:solidFill>
                    </a:endParaRPr>
                  </a:p>
                </c:rich>
              </c:tx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4D14-4167-9DD2-C9A0B2692259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B5D9D220-8962-45F6-BC37-7F39E26041E8}" type="CATEGORYNAME">
                      <a:rPr lang="en-US">
                        <a:solidFill>
                          <a:schemeClr val="bg1"/>
                        </a:solidFill>
                      </a:rPr>
                      <a:pPr/>
                      <a:t>[CATEGORY NAME]</a:t>
                    </a:fld>
                    <a:r>
                      <a:rPr lang="en-US" baseline="0" dirty="0">
                        <a:solidFill>
                          <a:schemeClr val="bg1"/>
                        </a:solidFill>
                      </a:rPr>
                      <a:t>
</a:t>
                    </a:r>
                    <a:fld id="{3B61A8B3-E02E-4D75-A3BB-0742D4466E93}" type="VALUE">
                      <a:rPr lang="en-US" baseline="0" smtClean="0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 baseline="0" dirty="0">
                      <a:solidFill>
                        <a:schemeClr val="bg1"/>
                      </a:solidFill>
                    </a:endParaRPr>
                  </a:p>
                </c:rich>
              </c:tx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D-4D14-4167-9DD2-C9A0B2692259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4B44CDAC-E6CA-4572-A660-F27FB7C93DCA}" type="CATEGORYNAME">
                      <a:rPr lang="en-US" smtClean="0">
                        <a:solidFill>
                          <a:schemeClr val="bg1"/>
                        </a:solidFill>
                      </a:rPr>
                      <a:pPr/>
                      <a:t>[CATEGORY NAME]</a:t>
                    </a:fld>
                    <a:r>
                      <a:rPr lang="en-US" baseline="0" dirty="0"/>
                      <a:t>
</a:t>
                    </a:r>
                    <a:fld id="{27D6F966-8CD5-4874-9EE4-5A0F76407F0D}" type="VALUE">
                      <a:rPr lang="en-US" baseline="0" smtClean="0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 baseline="0" dirty="0"/>
                  </a:p>
                </c:rich>
              </c:tx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F-4D14-4167-9DD2-C9A0B269225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Reserve</c:v>
                </c:pt>
                <c:pt idx="1">
                  <c:v>Ecosystem</c:v>
                </c:pt>
                <c:pt idx="2">
                  <c:v>Advisor</c:v>
                </c:pt>
                <c:pt idx="3">
                  <c:v>Public sale</c:v>
                </c:pt>
                <c:pt idx="4">
                  <c:v>Private sale</c:v>
                </c:pt>
                <c:pt idx="5">
                  <c:v>Marketing</c:v>
                </c:pt>
                <c:pt idx="6">
                  <c:v>Team</c:v>
                </c:pt>
                <c:pt idx="7">
                  <c:v>Rewards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</c:v>
                </c:pt>
                <c:pt idx="1">
                  <c:v>20</c:v>
                </c:pt>
                <c:pt idx="2">
                  <c:v>4.5</c:v>
                </c:pt>
                <c:pt idx="3">
                  <c:v>20</c:v>
                </c:pt>
                <c:pt idx="4">
                  <c:v>4.5</c:v>
                </c:pt>
                <c:pt idx="5">
                  <c:v>16</c:v>
                </c:pt>
                <c:pt idx="6">
                  <c:v>17.5</c:v>
                </c:pt>
                <c:pt idx="7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D14-4167-9DD2-C9A0B2692259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2.6670786788210252E-2"/>
          <c:y val="0.68172218000595364"/>
          <c:w val="0.72948201971958171"/>
          <c:h val="0.317894500106491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06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7"/>
          </a:xfrm>
        </p:spPr>
        <p:txBody>
          <a:bodyPr/>
          <a:lstStyle>
            <a:lvl1pPr marL="0" indent="0" algn="ctr">
              <a:buNone/>
              <a:defRPr sz="1625"/>
            </a:lvl1pPr>
            <a:lvl2pPr marL="309553" indent="0" algn="ctr">
              <a:buNone/>
              <a:defRPr sz="1354"/>
            </a:lvl2pPr>
            <a:lvl3pPr marL="619106" indent="0" algn="ctr">
              <a:buNone/>
              <a:defRPr sz="1219"/>
            </a:lvl3pPr>
            <a:lvl4pPr marL="928659" indent="0" algn="ctr">
              <a:buNone/>
              <a:defRPr sz="1083"/>
            </a:lvl4pPr>
            <a:lvl5pPr marL="1238212" indent="0" algn="ctr">
              <a:buNone/>
              <a:defRPr sz="1083"/>
            </a:lvl5pPr>
            <a:lvl6pPr marL="1547765" indent="0" algn="ctr">
              <a:buNone/>
              <a:defRPr sz="1083"/>
            </a:lvl6pPr>
            <a:lvl7pPr marL="1857318" indent="0" algn="ctr">
              <a:buNone/>
              <a:defRPr sz="1083"/>
            </a:lvl7pPr>
            <a:lvl8pPr marL="2166871" indent="0" algn="ctr">
              <a:buNone/>
              <a:defRPr sz="1083"/>
            </a:lvl8pPr>
            <a:lvl9pPr marL="2476424" indent="0" algn="ctr">
              <a:buNone/>
              <a:defRPr sz="108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08E1A-FFFC-4719-85E6-DF60F7D6C74D}" type="datetimeFigureOut">
              <a:rPr lang="en-US" smtClean="0"/>
              <a:t>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7BD0-D9EF-4802-B371-FCF0A9B67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181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08E1A-FFFC-4719-85E6-DF60F7D6C74D}" type="datetimeFigureOut">
              <a:rPr lang="en-US" smtClean="0"/>
              <a:t>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7BD0-D9EF-4802-B371-FCF0A9B67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297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5"/>
            <a:ext cx="5915026" cy="4120620"/>
          </a:xfrm>
        </p:spPr>
        <p:txBody>
          <a:bodyPr anchor="b"/>
          <a:lstStyle>
            <a:lvl1pPr>
              <a:defRPr sz="406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7"/>
            <a:ext cx="5915026" cy="2166936"/>
          </a:xfrm>
        </p:spPr>
        <p:txBody>
          <a:bodyPr/>
          <a:lstStyle>
            <a:lvl1pPr marL="0" indent="0">
              <a:buNone/>
              <a:defRPr sz="1625">
                <a:solidFill>
                  <a:schemeClr val="tx1"/>
                </a:solidFill>
              </a:defRPr>
            </a:lvl1pPr>
            <a:lvl2pPr marL="309553" indent="0">
              <a:buNone/>
              <a:defRPr sz="1354">
                <a:solidFill>
                  <a:schemeClr val="tx1">
                    <a:tint val="75000"/>
                  </a:schemeClr>
                </a:solidFill>
              </a:defRPr>
            </a:lvl2pPr>
            <a:lvl3pPr marL="619106" indent="0">
              <a:buNone/>
              <a:defRPr sz="1219">
                <a:solidFill>
                  <a:schemeClr val="tx1">
                    <a:tint val="75000"/>
                  </a:schemeClr>
                </a:solidFill>
              </a:defRPr>
            </a:lvl3pPr>
            <a:lvl4pPr marL="928659" indent="0">
              <a:buNone/>
              <a:defRPr sz="1083">
                <a:solidFill>
                  <a:schemeClr val="tx1">
                    <a:tint val="75000"/>
                  </a:schemeClr>
                </a:solidFill>
              </a:defRPr>
            </a:lvl4pPr>
            <a:lvl5pPr marL="1238212" indent="0">
              <a:buNone/>
              <a:defRPr sz="1083">
                <a:solidFill>
                  <a:schemeClr val="tx1">
                    <a:tint val="75000"/>
                  </a:schemeClr>
                </a:solidFill>
              </a:defRPr>
            </a:lvl5pPr>
            <a:lvl6pPr marL="1547765" indent="0">
              <a:buNone/>
              <a:defRPr sz="1083">
                <a:solidFill>
                  <a:schemeClr val="tx1">
                    <a:tint val="75000"/>
                  </a:schemeClr>
                </a:solidFill>
              </a:defRPr>
            </a:lvl6pPr>
            <a:lvl7pPr marL="1857318" indent="0">
              <a:buNone/>
              <a:defRPr sz="1083">
                <a:solidFill>
                  <a:schemeClr val="tx1">
                    <a:tint val="75000"/>
                  </a:schemeClr>
                </a:solidFill>
              </a:defRPr>
            </a:lvl7pPr>
            <a:lvl8pPr marL="2166871" indent="0">
              <a:buNone/>
              <a:defRPr sz="1083">
                <a:solidFill>
                  <a:schemeClr val="tx1">
                    <a:tint val="75000"/>
                  </a:schemeClr>
                </a:solidFill>
              </a:defRPr>
            </a:lvl8pPr>
            <a:lvl9pPr marL="2476424" indent="0">
              <a:buNone/>
              <a:defRPr sz="108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08E1A-FFFC-4719-85E6-DF60F7D6C74D}" type="datetimeFigureOut">
              <a:rPr lang="en-US" smtClean="0"/>
              <a:t>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7BD0-D9EF-4802-B371-FCF0A9B67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07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08E1A-FFFC-4719-85E6-DF60F7D6C74D}" type="datetimeFigureOut">
              <a:rPr lang="en-US" smtClean="0"/>
              <a:t>1/5/2022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7BD0-D9EF-4802-B371-FCF0A9B67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893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0" y="527406"/>
            <a:ext cx="5915026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2" y="2428347"/>
            <a:ext cx="2901256" cy="1190095"/>
          </a:xfrm>
        </p:spPr>
        <p:txBody>
          <a:bodyPr anchor="b"/>
          <a:lstStyle>
            <a:lvl1pPr marL="0" indent="0">
              <a:buNone/>
              <a:defRPr sz="1625" b="1"/>
            </a:lvl1pPr>
            <a:lvl2pPr marL="309553" indent="0">
              <a:buNone/>
              <a:defRPr sz="1354" b="1"/>
            </a:lvl2pPr>
            <a:lvl3pPr marL="619106" indent="0">
              <a:buNone/>
              <a:defRPr sz="1219" b="1"/>
            </a:lvl3pPr>
            <a:lvl4pPr marL="928659" indent="0">
              <a:buNone/>
              <a:defRPr sz="1083" b="1"/>
            </a:lvl4pPr>
            <a:lvl5pPr marL="1238212" indent="0">
              <a:buNone/>
              <a:defRPr sz="1083" b="1"/>
            </a:lvl5pPr>
            <a:lvl6pPr marL="1547765" indent="0">
              <a:buNone/>
              <a:defRPr sz="1083" b="1"/>
            </a:lvl6pPr>
            <a:lvl7pPr marL="1857318" indent="0">
              <a:buNone/>
              <a:defRPr sz="1083" b="1"/>
            </a:lvl7pPr>
            <a:lvl8pPr marL="2166871" indent="0">
              <a:buNone/>
              <a:defRPr sz="1083" b="1"/>
            </a:lvl8pPr>
            <a:lvl9pPr marL="2476424" indent="0">
              <a:buNone/>
              <a:defRPr sz="10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2" y="3618442"/>
            <a:ext cx="2901256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625" b="1"/>
            </a:lvl1pPr>
            <a:lvl2pPr marL="309553" indent="0">
              <a:buNone/>
              <a:defRPr sz="1354" b="1"/>
            </a:lvl2pPr>
            <a:lvl3pPr marL="619106" indent="0">
              <a:buNone/>
              <a:defRPr sz="1219" b="1"/>
            </a:lvl3pPr>
            <a:lvl4pPr marL="928659" indent="0">
              <a:buNone/>
              <a:defRPr sz="1083" b="1"/>
            </a:lvl4pPr>
            <a:lvl5pPr marL="1238212" indent="0">
              <a:buNone/>
              <a:defRPr sz="1083" b="1"/>
            </a:lvl5pPr>
            <a:lvl6pPr marL="1547765" indent="0">
              <a:buNone/>
              <a:defRPr sz="1083" b="1"/>
            </a:lvl6pPr>
            <a:lvl7pPr marL="1857318" indent="0">
              <a:buNone/>
              <a:defRPr sz="1083" b="1"/>
            </a:lvl7pPr>
            <a:lvl8pPr marL="2166871" indent="0">
              <a:buNone/>
              <a:defRPr sz="1083" b="1"/>
            </a:lvl8pPr>
            <a:lvl9pPr marL="2476424" indent="0">
              <a:buNone/>
              <a:defRPr sz="10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08E1A-FFFC-4719-85E6-DF60F7D6C74D}" type="datetimeFigureOut">
              <a:rPr lang="en-US" smtClean="0"/>
              <a:t>1/5/2022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7BD0-D9EF-4802-B371-FCF0A9B67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475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08E1A-FFFC-4719-85E6-DF60F7D6C74D}" type="datetimeFigureOut">
              <a:rPr lang="en-US" smtClean="0"/>
              <a:t>1/5/2022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7BD0-D9EF-4802-B371-FCF0A9B67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48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08E1A-FFFC-4719-85E6-DF60F7D6C74D}" type="datetimeFigureOut">
              <a:rPr lang="en-US" smtClean="0"/>
              <a:t>1/5/2022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7BD0-D9EF-4802-B371-FCF0A9B67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32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21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4"/>
            <a:ext cx="3471863" cy="7039681"/>
          </a:xfrm>
        </p:spPr>
        <p:txBody>
          <a:bodyPr/>
          <a:lstStyle>
            <a:lvl1pPr>
              <a:defRPr sz="2167"/>
            </a:lvl1pPr>
            <a:lvl2pPr>
              <a:defRPr sz="1896"/>
            </a:lvl2pPr>
            <a:lvl3pPr>
              <a:defRPr sz="1625"/>
            </a:lvl3pPr>
            <a:lvl4pPr>
              <a:defRPr sz="1354"/>
            </a:lvl4pPr>
            <a:lvl5pPr>
              <a:defRPr sz="1354"/>
            </a:lvl5pPr>
            <a:lvl6pPr>
              <a:defRPr sz="1354"/>
            </a:lvl6pPr>
            <a:lvl7pPr>
              <a:defRPr sz="1354"/>
            </a:lvl7pPr>
            <a:lvl8pPr>
              <a:defRPr sz="1354"/>
            </a:lvl8pPr>
            <a:lvl9pPr>
              <a:defRPr sz="13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1083"/>
            </a:lvl1pPr>
            <a:lvl2pPr marL="309553" indent="0">
              <a:buNone/>
              <a:defRPr sz="948"/>
            </a:lvl2pPr>
            <a:lvl3pPr marL="619106" indent="0">
              <a:buNone/>
              <a:defRPr sz="812"/>
            </a:lvl3pPr>
            <a:lvl4pPr marL="928659" indent="0">
              <a:buNone/>
              <a:defRPr sz="677"/>
            </a:lvl4pPr>
            <a:lvl5pPr marL="1238212" indent="0">
              <a:buNone/>
              <a:defRPr sz="677"/>
            </a:lvl5pPr>
            <a:lvl6pPr marL="1547765" indent="0">
              <a:buNone/>
              <a:defRPr sz="677"/>
            </a:lvl6pPr>
            <a:lvl7pPr marL="1857318" indent="0">
              <a:buNone/>
              <a:defRPr sz="677"/>
            </a:lvl7pPr>
            <a:lvl8pPr marL="2166871" indent="0">
              <a:buNone/>
              <a:defRPr sz="677"/>
            </a:lvl8pPr>
            <a:lvl9pPr marL="2476424" indent="0">
              <a:buNone/>
              <a:defRPr sz="6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08E1A-FFFC-4719-85E6-DF60F7D6C74D}" type="datetimeFigureOut">
              <a:rPr lang="en-US" smtClean="0"/>
              <a:t>1/5/2022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7BD0-D9EF-4802-B371-FCF0A9B67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619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21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4"/>
            <a:ext cx="3471863" cy="7039681"/>
          </a:xfrm>
        </p:spPr>
        <p:txBody>
          <a:bodyPr anchor="t"/>
          <a:lstStyle>
            <a:lvl1pPr marL="0" indent="0">
              <a:buNone/>
              <a:defRPr sz="2167"/>
            </a:lvl1pPr>
            <a:lvl2pPr marL="309553" indent="0">
              <a:buNone/>
              <a:defRPr sz="1896"/>
            </a:lvl2pPr>
            <a:lvl3pPr marL="619106" indent="0">
              <a:buNone/>
              <a:defRPr sz="1625"/>
            </a:lvl3pPr>
            <a:lvl4pPr marL="928659" indent="0">
              <a:buNone/>
              <a:defRPr sz="1354"/>
            </a:lvl4pPr>
            <a:lvl5pPr marL="1238212" indent="0">
              <a:buNone/>
              <a:defRPr sz="1354"/>
            </a:lvl5pPr>
            <a:lvl6pPr marL="1547765" indent="0">
              <a:buNone/>
              <a:defRPr sz="1354"/>
            </a:lvl6pPr>
            <a:lvl7pPr marL="1857318" indent="0">
              <a:buNone/>
              <a:defRPr sz="1354"/>
            </a:lvl7pPr>
            <a:lvl8pPr marL="2166871" indent="0">
              <a:buNone/>
              <a:defRPr sz="1354"/>
            </a:lvl8pPr>
            <a:lvl9pPr marL="2476424" indent="0">
              <a:buNone/>
              <a:defRPr sz="135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1083"/>
            </a:lvl1pPr>
            <a:lvl2pPr marL="309553" indent="0">
              <a:buNone/>
              <a:defRPr sz="948"/>
            </a:lvl2pPr>
            <a:lvl3pPr marL="619106" indent="0">
              <a:buNone/>
              <a:defRPr sz="812"/>
            </a:lvl3pPr>
            <a:lvl4pPr marL="928659" indent="0">
              <a:buNone/>
              <a:defRPr sz="677"/>
            </a:lvl4pPr>
            <a:lvl5pPr marL="1238212" indent="0">
              <a:buNone/>
              <a:defRPr sz="677"/>
            </a:lvl5pPr>
            <a:lvl6pPr marL="1547765" indent="0">
              <a:buNone/>
              <a:defRPr sz="677"/>
            </a:lvl6pPr>
            <a:lvl7pPr marL="1857318" indent="0">
              <a:buNone/>
              <a:defRPr sz="677"/>
            </a:lvl7pPr>
            <a:lvl8pPr marL="2166871" indent="0">
              <a:buNone/>
              <a:defRPr sz="677"/>
            </a:lvl8pPr>
            <a:lvl9pPr marL="2476424" indent="0">
              <a:buNone/>
              <a:defRPr sz="6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08E1A-FFFC-4719-85E6-DF60F7D6C74D}" type="datetimeFigureOut">
              <a:rPr lang="en-US" smtClean="0"/>
              <a:t>1/5/2022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7BD0-D9EF-4802-B371-FCF0A9B67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476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08E1A-FFFC-4719-85E6-DF60F7D6C74D}" type="datetimeFigureOut">
              <a:rPr lang="en-US" smtClean="0"/>
              <a:t>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7BD0-D9EF-4802-B371-FCF0A9B67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475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4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9" y="527404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08E1A-FFFC-4719-85E6-DF60F7D6C74D}" type="datetimeFigureOut">
              <a:rPr lang="en-US" smtClean="0"/>
              <a:t>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7BD0-D9EF-4802-B371-FCF0A9B67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902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7" y="527406"/>
            <a:ext cx="5915026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7" y="2637014"/>
            <a:ext cx="5915026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8"/>
            <a:ext cx="154305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08E1A-FFFC-4719-85E6-DF60F7D6C74D}" type="datetimeFigureOut">
              <a:rPr lang="en-US" smtClean="0"/>
              <a:t>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8"/>
            <a:ext cx="2314576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8"/>
            <a:ext cx="154305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17BD0-D9EF-4802-B371-FCF0A9B67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146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19106" rtl="0" eaLnBrk="1" latinLnBrk="0" hangingPunct="1">
        <a:lnSpc>
          <a:spcPct val="90000"/>
        </a:lnSpc>
        <a:spcBef>
          <a:spcPct val="0"/>
        </a:spcBef>
        <a:buNone/>
        <a:defRPr sz="297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4776" indent="-154776" algn="l" defTabSz="619106" rtl="0" eaLnBrk="1" latinLnBrk="0" hangingPunct="1">
        <a:lnSpc>
          <a:spcPct val="90000"/>
        </a:lnSpc>
        <a:spcBef>
          <a:spcPts val="677"/>
        </a:spcBef>
        <a:buFont typeface="Arial" panose="020B0604020202020204" pitchFamily="34" charset="0"/>
        <a:buChar char="•"/>
        <a:defRPr sz="1896" kern="1200">
          <a:solidFill>
            <a:schemeClr val="tx1"/>
          </a:solidFill>
          <a:latin typeface="+mn-lt"/>
          <a:ea typeface="+mn-ea"/>
          <a:cs typeface="+mn-cs"/>
        </a:defRPr>
      </a:lvl1pPr>
      <a:lvl2pPr marL="464329" indent="-154776" algn="l" defTabSz="619106" rtl="0" eaLnBrk="1" latinLnBrk="0" hangingPunct="1">
        <a:lnSpc>
          <a:spcPct val="90000"/>
        </a:lnSpc>
        <a:spcBef>
          <a:spcPts val="339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2pPr>
      <a:lvl3pPr marL="773882" indent="-154776" algn="l" defTabSz="619106" rtl="0" eaLnBrk="1" latinLnBrk="0" hangingPunct="1">
        <a:lnSpc>
          <a:spcPct val="90000"/>
        </a:lnSpc>
        <a:spcBef>
          <a:spcPts val="339"/>
        </a:spcBef>
        <a:buFont typeface="Arial" panose="020B0604020202020204" pitchFamily="34" charset="0"/>
        <a:buChar char="•"/>
        <a:defRPr sz="1354" kern="1200">
          <a:solidFill>
            <a:schemeClr val="tx1"/>
          </a:solidFill>
          <a:latin typeface="+mn-lt"/>
          <a:ea typeface="+mn-ea"/>
          <a:cs typeface="+mn-cs"/>
        </a:defRPr>
      </a:lvl3pPr>
      <a:lvl4pPr marL="1083435" indent="-154776" algn="l" defTabSz="619106" rtl="0" eaLnBrk="1" latinLnBrk="0" hangingPunct="1">
        <a:lnSpc>
          <a:spcPct val="90000"/>
        </a:lnSpc>
        <a:spcBef>
          <a:spcPts val="339"/>
        </a:spcBef>
        <a:buFont typeface="Arial" panose="020B0604020202020204" pitchFamily="34" charset="0"/>
        <a:buChar char="•"/>
        <a:defRPr sz="1219" kern="1200">
          <a:solidFill>
            <a:schemeClr val="tx1"/>
          </a:solidFill>
          <a:latin typeface="+mn-lt"/>
          <a:ea typeface="+mn-ea"/>
          <a:cs typeface="+mn-cs"/>
        </a:defRPr>
      </a:lvl4pPr>
      <a:lvl5pPr marL="1392988" indent="-154776" algn="l" defTabSz="619106" rtl="0" eaLnBrk="1" latinLnBrk="0" hangingPunct="1">
        <a:lnSpc>
          <a:spcPct val="90000"/>
        </a:lnSpc>
        <a:spcBef>
          <a:spcPts val="339"/>
        </a:spcBef>
        <a:buFont typeface="Arial" panose="020B0604020202020204" pitchFamily="34" charset="0"/>
        <a:buChar char="•"/>
        <a:defRPr sz="1219" kern="1200">
          <a:solidFill>
            <a:schemeClr val="tx1"/>
          </a:solidFill>
          <a:latin typeface="+mn-lt"/>
          <a:ea typeface="+mn-ea"/>
          <a:cs typeface="+mn-cs"/>
        </a:defRPr>
      </a:lvl5pPr>
      <a:lvl6pPr marL="1702541" indent="-154776" algn="l" defTabSz="619106" rtl="0" eaLnBrk="1" latinLnBrk="0" hangingPunct="1">
        <a:lnSpc>
          <a:spcPct val="90000"/>
        </a:lnSpc>
        <a:spcBef>
          <a:spcPts val="339"/>
        </a:spcBef>
        <a:buFont typeface="Arial" panose="020B0604020202020204" pitchFamily="34" charset="0"/>
        <a:buChar char="•"/>
        <a:defRPr sz="1219" kern="1200">
          <a:solidFill>
            <a:schemeClr val="tx1"/>
          </a:solidFill>
          <a:latin typeface="+mn-lt"/>
          <a:ea typeface="+mn-ea"/>
          <a:cs typeface="+mn-cs"/>
        </a:defRPr>
      </a:lvl6pPr>
      <a:lvl7pPr marL="2012094" indent="-154776" algn="l" defTabSz="619106" rtl="0" eaLnBrk="1" latinLnBrk="0" hangingPunct="1">
        <a:lnSpc>
          <a:spcPct val="90000"/>
        </a:lnSpc>
        <a:spcBef>
          <a:spcPts val="339"/>
        </a:spcBef>
        <a:buFont typeface="Arial" panose="020B0604020202020204" pitchFamily="34" charset="0"/>
        <a:buChar char="•"/>
        <a:defRPr sz="1219" kern="1200">
          <a:solidFill>
            <a:schemeClr val="tx1"/>
          </a:solidFill>
          <a:latin typeface="+mn-lt"/>
          <a:ea typeface="+mn-ea"/>
          <a:cs typeface="+mn-cs"/>
        </a:defRPr>
      </a:lvl7pPr>
      <a:lvl8pPr marL="2321647" indent="-154776" algn="l" defTabSz="619106" rtl="0" eaLnBrk="1" latinLnBrk="0" hangingPunct="1">
        <a:lnSpc>
          <a:spcPct val="90000"/>
        </a:lnSpc>
        <a:spcBef>
          <a:spcPts val="339"/>
        </a:spcBef>
        <a:buFont typeface="Arial" panose="020B0604020202020204" pitchFamily="34" charset="0"/>
        <a:buChar char="•"/>
        <a:defRPr sz="1219" kern="1200">
          <a:solidFill>
            <a:schemeClr val="tx1"/>
          </a:solidFill>
          <a:latin typeface="+mn-lt"/>
          <a:ea typeface="+mn-ea"/>
          <a:cs typeface="+mn-cs"/>
        </a:defRPr>
      </a:lvl8pPr>
      <a:lvl9pPr marL="2631200" indent="-154776" algn="l" defTabSz="619106" rtl="0" eaLnBrk="1" latinLnBrk="0" hangingPunct="1">
        <a:lnSpc>
          <a:spcPct val="90000"/>
        </a:lnSpc>
        <a:spcBef>
          <a:spcPts val="339"/>
        </a:spcBef>
        <a:buFont typeface="Arial" panose="020B0604020202020204" pitchFamily="34" charset="0"/>
        <a:buChar char="•"/>
        <a:defRPr sz="121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9106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1pPr>
      <a:lvl2pPr marL="309553" algn="l" defTabSz="619106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2pPr>
      <a:lvl3pPr marL="619106" algn="l" defTabSz="619106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3pPr>
      <a:lvl4pPr marL="928659" algn="l" defTabSz="619106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4pPr>
      <a:lvl5pPr marL="1238212" algn="l" defTabSz="619106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5pPr>
      <a:lvl6pPr marL="1547765" algn="l" defTabSz="619106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6pPr>
      <a:lvl7pPr marL="1857318" algn="l" defTabSz="619106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7pPr>
      <a:lvl8pPr marL="2166871" algn="l" defTabSz="619106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8pPr>
      <a:lvl9pPr marL="2476424" algn="l" defTabSz="619106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chart" Target="../charts/chart1.xml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81000" r="-8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17">
            <a:extLst>
              <a:ext uri="{FF2B5EF4-FFF2-40B4-BE49-F238E27FC236}">
                <a16:creationId xmlns:a16="http://schemas.microsoft.com/office/drawing/2014/main" id="{61BD5163-B540-4FAB-B2BB-B1C917B60398}"/>
              </a:ext>
            </a:extLst>
          </p:cNvPr>
          <p:cNvSpPr txBox="1"/>
          <p:nvPr/>
        </p:nvSpPr>
        <p:spPr>
          <a:xfrm>
            <a:off x="1279367" y="336901"/>
            <a:ext cx="4295214" cy="359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95285">
              <a:defRPr/>
            </a:pPr>
            <a:r>
              <a:rPr lang="en-US" sz="1733" b="1" dirty="0">
                <a:ln w="0"/>
                <a:solidFill>
                  <a:prstClr val="white"/>
                </a:solidFill>
                <a:latin typeface="Arial Narrow" panose="020B060602020203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Toward Decentralization, Equity and Balance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790EBD71-CEB1-436B-B5A9-780A52694A20}"/>
              </a:ext>
            </a:extLst>
          </p:cNvPr>
          <p:cNvGrpSpPr/>
          <p:nvPr/>
        </p:nvGrpSpPr>
        <p:grpSpPr>
          <a:xfrm>
            <a:off x="346603" y="966205"/>
            <a:ext cx="6253363" cy="2824040"/>
            <a:chOff x="357127" y="1561733"/>
            <a:chExt cx="5234574" cy="2606805"/>
          </a:xfrm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F83B9A92-92B7-47A2-A38D-9966A59E8EF9}"/>
                </a:ext>
              </a:extLst>
            </p:cNvPr>
            <p:cNvGrpSpPr/>
            <p:nvPr/>
          </p:nvGrpSpPr>
          <p:grpSpPr>
            <a:xfrm>
              <a:off x="436067" y="3337117"/>
              <a:ext cx="2562699" cy="653433"/>
              <a:chOff x="8606745" y="5500456"/>
              <a:chExt cx="4305329" cy="1097765"/>
            </a:xfrm>
          </p:grpSpPr>
          <p:pic>
            <p:nvPicPr>
              <p:cNvPr id="199" name="Picture 198">
                <a:extLst>
                  <a:ext uri="{FF2B5EF4-FFF2-40B4-BE49-F238E27FC236}">
                    <a16:creationId xmlns:a16="http://schemas.microsoft.com/office/drawing/2014/main" id="{BC81FE20-126F-4172-AE1F-86A10A63D9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0380527">
                <a:off x="8606745" y="5612288"/>
                <a:ext cx="949352" cy="949351"/>
              </a:xfrm>
              <a:prstGeom prst="rect">
                <a:avLst/>
              </a:prstGeom>
            </p:spPr>
          </p:pic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2467B290-3051-4418-9143-88A3095E34EE}"/>
                  </a:ext>
                </a:extLst>
              </p:cNvPr>
              <p:cNvSpPr txBox="1"/>
              <p:nvPr/>
            </p:nvSpPr>
            <p:spPr>
              <a:xfrm>
                <a:off x="9471415" y="5500456"/>
                <a:ext cx="3440659" cy="10977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Crypto Payment Gateway (Anonymous CPG):</a:t>
                </a:r>
                <a:br>
                  <a:rPr kumimoji="0" 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Our crypto payment gateway will remove cross-border restrictions</a:t>
                </a:r>
              </a:p>
            </p:txBody>
          </p: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4C45947A-E1F0-4EA5-92EA-C599BF168971}"/>
                </a:ext>
              </a:extLst>
            </p:cNvPr>
            <p:cNvGrpSpPr/>
            <p:nvPr/>
          </p:nvGrpSpPr>
          <p:grpSpPr>
            <a:xfrm>
              <a:off x="3270433" y="3515106"/>
              <a:ext cx="2321268" cy="653432"/>
              <a:chOff x="2059272" y="8233530"/>
              <a:chExt cx="3899726" cy="1097774"/>
            </a:xfrm>
          </p:grpSpPr>
          <p:pic>
            <p:nvPicPr>
              <p:cNvPr id="150" name="Picture 149">
                <a:extLst>
                  <a:ext uri="{FF2B5EF4-FFF2-40B4-BE49-F238E27FC236}">
                    <a16:creationId xmlns:a16="http://schemas.microsoft.com/office/drawing/2014/main" id="{DB658D35-EC32-42CA-AE5E-ECDBC652A6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458507">
                <a:off x="2059272" y="8319682"/>
                <a:ext cx="929109" cy="798994"/>
              </a:xfrm>
              <a:prstGeom prst="rect">
                <a:avLst/>
              </a:prstGeom>
            </p:spPr>
          </p:pic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2EE479F9-46B6-430F-8157-89E9E1D090EF}"/>
                  </a:ext>
                </a:extLst>
              </p:cNvPr>
              <p:cNvSpPr txBox="1"/>
              <p:nvPr/>
            </p:nvSpPr>
            <p:spPr>
              <a:xfrm>
                <a:off x="2979492" y="8233530"/>
                <a:ext cx="2979506" cy="1097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Crypto Exchange (No KYC CX)</a:t>
                </a:r>
                <a:r>
                  <a:rPr kumimoji="0" 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a-IR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aiandra GD" panose="020E0502030308020204" pitchFamily="34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C</a:t>
                </a: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aiandra GD" panose="020E0502030308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ryptocurrency and security token exchanges help better trading experience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aiandra GD" panose="020E0502030308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A3E1D9BE-B128-4088-8135-0A97819A4377}"/>
                </a:ext>
              </a:extLst>
            </p:cNvPr>
            <p:cNvGrpSpPr/>
            <p:nvPr/>
          </p:nvGrpSpPr>
          <p:grpSpPr>
            <a:xfrm>
              <a:off x="357127" y="1702269"/>
              <a:ext cx="2786017" cy="1188951"/>
              <a:chOff x="-190145" y="1263075"/>
              <a:chExt cx="4680501" cy="1997449"/>
            </a:xfrm>
          </p:grpSpPr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2BCEDE8A-5DB9-4624-94ED-F4468AC80247}"/>
                  </a:ext>
                </a:extLst>
              </p:cNvPr>
              <p:cNvSpPr txBox="1"/>
              <p:nvPr/>
            </p:nvSpPr>
            <p:spPr>
              <a:xfrm>
                <a:off x="512852" y="1446811"/>
                <a:ext cx="3977504" cy="18137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Decentralized Worldwide Security Token Stock Market ( Security Token Marketplace ):</a:t>
                </a:r>
              </a:p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aiandra GD" panose="020E0502030308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Global security token offering and trade platform which makes fundraising and investment process inclusive and accessible </a:t>
                </a: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aiandra GD" panose="020E0502030308020204" pitchFamily="34" charset="0"/>
                    <a:ea typeface="+mn-ea"/>
                    <a:cs typeface="Times New Roman" panose="02020603050405020304" pitchFamily="18" charset="0"/>
                  </a:rPr>
                  <a:t>based on </a:t>
                </a:r>
                <a:r>
                  <a:rPr kumimoji="0" 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aiandra GD" panose="020E0502030308020204" pitchFamily="34" charset="0"/>
                    <a:ea typeface="+mn-ea"/>
                    <a:cs typeface="Times New Roman" panose="02020603050405020304" pitchFamily="18" charset="0"/>
                  </a:rPr>
                  <a:t>decentralized listing &amp; delisting By blockchain consensus.</a:t>
                </a:r>
              </a:p>
            </p:txBody>
          </p:sp>
          <p:pic>
            <p:nvPicPr>
              <p:cNvPr id="133" name="Picture 132">
                <a:extLst>
                  <a:ext uri="{FF2B5EF4-FFF2-40B4-BE49-F238E27FC236}">
                    <a16:creationId xmlns:a16="http://schemas.microsoft.com/office/drawing/2014/main" id="{FCB32EDA-73FD-42C5-8CD0-75B32D5B65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90145" y="1263075"/>
                <a:ext cx="796200" cy="701195"/>
              </a:xfrm>
              <a:prstGeom prst="rect">
                <a:avLst/>
              </a:prstGeom>
            </p:spPr>
          </p:pic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4443FF87-85A7-4906-BC8C-3DA5EB2384CF}"/>
                </a:ext>
              </a:extLst>
            </p:cNvPr>
            <p:cNvGrpSpPr/>
            <p:nvPr/>
          </p:nvGrpSpPr>
          <p:grpSpPr>
            <a:xfrm>
              <a:off x="3335503" y="1561733"/>
              <a:ext cx="2124828" cy="653433"/>
              <a:chOff x="6618376" y="-2202904"/>
              <a:chExt cx="3829887" cy="1097759"/>
            </a:xfrm>
          </p:grpSpPr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5F1C2144-5297-4596-9650-C58E137C6B19}"/>
                  </a:ext>
                </a:extLst>
              </p:cNvPr>
              <p:cNvSpPr txBox="1"/>
              <p:nvPr/>
            </p:nvSpPr>
            <p:spPr>
              <a:xfrm>
                <a:off x="7355037" y="-2202904"/>
                <a:ext cx="3093226" cy="10977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Bertinity Coin (Token):</a:t>
                </a:r>
              </a:p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With our coins, people pay less for financial transactions in Bertinity eco system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aiandra GD" panose="020E0502030308020204" pitchFamily="34" charset="0"/>
                  <a:ea typeface="+mn-ea"/>
                  <a:cs typeface="+mn-cs"/>
                </a:endParaRPr>
              </a:p>
            </p:txBody>
          </p:sp>
          <p:pic>
            <p:nvPicPr>
              <p:cNvPr id="125" name="Picture 124">
                <a:extLst>
                  <a:ext uri="{FF2B5EF4-FFF2-40B4-BE49-F238E27FC236}">
                    <a16:creationId xmlns:a16="http://schemas.microsoft.com/office/drawing/2014/main" id="{51213DDB-18CF-4AC0-AE13-704469F158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18376" y="-2195940"/>
                <a:ext cx="682577" cy="603177"/>
              </a:xfrm>
              <a:prstGeom prst="rect">
                <a:avLst/>
              </a:prstGeom>
            </p:spPr>
          </p:pic>
        </p:grpSp>
      </p:grpSp>
      <p:sp>
        <p:nvSpPr>
          <p:cNvPr id="201" name="TextBox 200">
            <a:extLst>
              <a:ext uri="{FF2B5EF4-FFF2-40B4-BE49-F238E27FC236}">
                <a16:creationId xmlns:a16="http://schemas.microsoft.com/office/drawing/2014/main" id="{4DCDEB6F-A4B7-42CD-9E2C-5D3D668E0A22}"/>
              </a:ext>
            </a:extLst>
          </p:cNvPr>
          <p:cNvSpPr txBox="1"/>
          <p:nvPr/>
        </p:nvSpPr>
        <p:spPr>
          <a:xfrm>
            <a:off x="4046602" y="9563275"/>
            <a:ext cx="208233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95285">
              <a:defRPr/>
            </a:pPr>
            <a:r>
              <a:rPr lang="en-US" sz="1300" dirty="0">
                <a:solidFill>
                  <a:prstClr val="white"/>
                </a:solidFill>
                <a:latin typeface="Calibri" panose="020F0502020204030204"/>
              </a:rPr>
              <a:t>www.bertinity.com</a:t>
            </a:r>
            <a:endParaRPr lang="en-US" sz="195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CCEB0856-092E-4C53-816E-DDCBD238947F}"/>
              </a:ext>
            </a:extLst>
          </p:cNvPr>
          <p:cNvGrpSpPr/>
          <p:nvPr/>
        </p:nvGrpSpPr>
        <p:grpSpPr>
          <a:xfrm>
            <a:off x="3022923" y="9246232"/>
            <a:ext cx="3611005" cy="630542"/>
            <a:chOff x="2415920" y="8444131"/>
            <a:chExt cx="3409355" cy="582039"/>
          </a:xfrm>
        </p:grpSpPr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DFF7E3B1-DF23-4986-866B-5EAFC524190B}"/>
                </a:ext>
              </a:extLst>
            </p:cNvPr>
            <p:cNvGrpSpPr/>
            <p:nvPr/>
          </p:nvGrpSpPr>
          <p:grpSpPr>
            <a:xfrm>
              <a:off x="2415920" y="8456319"/>
              <a:ext cx="1252082" cy="569851"/>
              <a:chOff x="139445" y="8456319"/>
              <a:chExt cx="1252082" cy="569851"/>
            </a:xfrm>
          </p:grpSpPr>
          <p:pic>
            <p:nvPicPr>
              <p:cNvPr id="210" name="Picture 209">
                <a:extLst>
                  <a:ext uri="{FF2B5EF4-FFF2-40B4-BE49-F238E27FC236}">
                    <a16:creationId xmlns:a16="http://schemas.microsoft.com/office/drawing/2014/main" id="{49CE9F75-467B-458F-81F8-4D9FE6210F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9445" y="8456319"/>
                <a:ext cx="341960" cy="341960"/>
              </a:xfrm>
              <a:prstGeom prst="rect">
                <a:avLst/>
              </a:prstGeom>
            </p:spPr>
          </p:pic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4D747D09-B1C2-4500-B4B6-5DFF319317D6}"/>
                  </a:ext>
                </a:extLst>
              </p:cNvPr>
              <p:cNvSpPr txBox="1"/>
              <p:nvPr/>
            </p:nvSpPr>
            <p:spPr>
              <a:xfrm>
                <a:off x="416068" y="8479274"/>
                <a:ext cx="975459" cy="546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495285">
                  <a:defRPr/>
                </a:pPr>
                <a:r>
                  <a:rPr lang="en-US" sz="1300" dirty="0">
                    <a:solidFill>
                      <a:prstClr val="white"/>
                    </a:solidFill>
                    <a:latin typeface="Calibri" panose="020F0502020204030204"/>
                  </a:rPr>
                  <a:t>@bertinity</a:t>
                </a:r>
              </a:p>
              <a:p>
                <a:pPr defTabSz="495285">
                  <a:defRPr/>
                </a:pPr>
                <a:endParaRPr lang="en-US" sz="19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7E0BF132-C15A-40AE-A65C-FCB2331D5497}"/>
                </a:ext>
              </a:extLst>
            </p:cNvPr>
            <p:cNvGrpSpPr/>
            <p:nvPr/>
          </p:nvGrpSpPr>
          <p:grpSpPr>
            <a:xfrm>
              <a:off x="3585998" y="8479275"/>
              <a:ext cx="1154412" cy="269897"/>
              <a:chOff x="1376198" y="8479275"/>
              <a:chExt cx="1154412" cy="269897"/>
            </a:xfrm>
          </p:grpSpPr>
          <p:pic>
            <p:nvPicPr>
              <p:cNvPr id="208" name="Picture 207">
                <a:extLst>
                  <a:ext uri="{FF2B5EF4-FFF2-40B4-BE49-F238E27FC236}">
                    <a16:creationId xmlns:a16="http://schemas.microsoft.com/office/drawing/2014/main" id="{4B4293FD-4541-4D90-8B6C-32B3F8AD41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76198" y="8538349"/>
                <a:ext cx="178951" cy="178951"/>
              </a:xfrm>
              <a:prstGeom prst="rect">
                <a:avLst/>
              </a:prstGeom>
            </p:spPr>
          </p:pic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3522E5B2-828E-41C3-B71A-794015C6197C}"/>
                  </a:ext>
                </a:extLst>
              </p:cNvPr>
              <p:cNvSpPr txBox="1"/>
              <p:nvPr/>
            </p:nvSpPr>
            <p:spPr>
              <a:xfrm>
                <a:off x="1555149" y="8479275"/>
                <a:ext cx="975461" cy="269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495285">
                  <a:defRPr/>
                </a:pPr>
                <a:r>
                  <a:rPr lang="en-US" sz="1300" dirty="0">
                    <a:solidFill>
                      <a:prstClr val="white"/>
                    </a:solidFill>
                    <a:latin typeface="Calibri" panose="020F0502020204030204"/>
                  </a:rPr>
                  <a:t>@bertinity</a:t>
                </a:r>
              </a:p>
            </p:txBody>
          </p:sp>
        </p:grpSp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50E9FFF1-F356-411F-BD4F-63207A5E845D}"/>
                </a:ext>
              </a:extLst>
            </p:cNvPr>
            <p:cNvGrpSpPr/>
            <p:nvPr/>
          </p:nvGrpSpPr>
          <p:grpSpPr>
            <a:xfrm>
              <a:off x="4574016" y="8444131"/>
              <a:ext cx="1251259" cy="341961"/>
              <a:chOff x="2449941" y="8434606"/>
              <a:chExt cx="1251259" cy="341961"/>
            </a:xfrm>
          </p:grpSpPr>
          <p:pic>
            <p:nvPicPr>
              <p:cNvPr id="206" name="Picture 205">
                <a:extLst>
                  <a:ext uri="{FF2B5EF4-FFF2-40B4-BE49-F238E27FC236}">
                    <a16:creationId xmlns:a16="http://schemas.microsoft.com/office/drawing/2014/main" id="{A73237B0-BB42-404A-A14D-A1B743D2EF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49941" y="8434606"/>
                <a:ext cx="341961" cy="341961"/>
              </a:xfrm>
              <a:prstGeom prst="rect">
                <a:avLst/>
              </a:prstGeom>
            </p:spPr>
          </p:pic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5809F8A0-32F3-446D-8303-86884712351B}"/>
                  </a:ext>
                </a:extLst>
              </p:cNvPr>
              <p:cNvSpPr txBox="1"/>
              <p:nvPr/>
            </p:nvSpPr>
            <p:spPr>
              <a:xfrm>
                <a:off x="2725741" y="8446793"/>
                <a:ext cx="975459" cy="2698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495285">
                  <a:defRPr/>
                </a:pPr>
                <a:r>
                  <a:rPr lang="en-US" sz="1300" dirty="0">
                    <a:solidFill>
                      <a:srgbClr val="4472C4">
                        <a:lumMod val="20000"/>
                        <a:lumOff val="80000"/>
                      </a:srgbClr>
                    </a:solidFill>
                    <a:latin typeface="Calibri" panose="020F0502020204030204"/>
                  </a:rPr>
                  <a:t>bertinity.io</a:t>
                </a:r>
              </a:p>
            </p:txBody>
          </p:sp>
        </p:grp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4E53439A-C1AC-466C-8C54-14F5588B6E06}"/>
              </a:ext>
            </a:extLst>
          </p:cNvPr>
          <p:cNvGrpSpPr/>
          <p:nvPr/>
        </p:nvGrpSpPr>
        <p:grpSpPr>
          <a:xfrm>
            <a:off x="3503159" y="5358828"/>
            <a:ext cx="3611005" cy="3697119"/>
            <a:chOff x="158894" y="4726147"/>
            <a:chExt cx="3333235" cy="3412725"/>
          </a:xfrm>
        </p:grpSpPr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0B902C62-483C-4C14-AE95-DB697091188D}"/>
                </a:ext>
              </a:extLst>
            </p:cNvPr>
            <p:cNvSpPr txBox="1"/>
            <p:nvPr/>
          </p:nvSpPr>
          <p:spPr>
            <a:xfrm>
              <a:off x="570931" y="4726147"/>
              <a:ext cx="1547939" cy="3007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95285">
                <a:defRPr/>
              </a:pPr>
              <a:r>
                <a:rPr lang="en-US" sz="1517" dirty="0">
                  <a:solidFill>
                    <a:prstClr val="white"/>
                  </a:solidFill>
                  <a:latin typeface="Calibri" panose="020F0502020204030204"/>
                </a:rPr>
                <a:t>Token Distribution:</a:t>
              </a:r>
            </a:p>
          </p:txBody>
        </p: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D6F19BBC-3D5D-4B49-9700-975718E0D351}"/>
                </a:ext>
              </a:extLst>
            </p:cNvPr>
            <p:cNvGrpSpPr/>
            <p:nvPr/>
          </p:nvGrpSpPr>
          <p:grpSpPr>
            <a:xfrm>
              <a:off x="158894" y="5085549"/>
              <a:ext cx="3333235" cy="3053323"/>
              <a:chOff x="167092" y="4781174"/>
              <a:chExt cx="3333235" cy="2828527"/>
            </a:xfrm>
          </p:grpSpPr>
          <p:graphicFrame>
            <p:nvGraphicFramePr>
              <p:cNvPr id="217" name="Chart 216">
                <a:extLst>
                  <a:ext uri="{FF2B5EF4-FFF2-40B4-BE49-F238E27FC236}">
                    <a16:creationId xmlns:a16="http://schemas.microsoft.com/office/drawing/2014/main" id="{1E0E095E-6C6C-4C6C-A724-03D447EEBCBF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53898060"/>
                  </p:ext>
                </p:extLst>
              </p:nvPr>
            </p:nvGraphicFramePr>
            <p:xfrm>
              <a:off x="167092" y="4924049"/>
              <a:ext cx="3333235" cy="2685652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0"/>
              </a:graphicData>
            </a:graphic>
          </p:graphicFrame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5874872D-AE65-48A2-9E8C-AC9AD90C64C5}"/>
                  </a:ext>
                </a:extLst>
              </p:cNvPr>
              <p:cNvSpPr txBox="1"/>
              <p:nvPr/>
            </p:nvSpPr>
            <p:spPr>
              <a:xfrm>
                <a:off x="481406" y="4781174"/>
                <a:ext cx="1742607" cy="2500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495285">
                  <a:defRPr/>
                </a:pPr>
                <a:r>
                  <a:rPr lang="en-US" sz="1300" dirty="0">
                    <a:solidFill>
                      <a:prstClr val="white"/>
                    </a:solidFill>
                    <a:latin typeface="Calibri" panose="020F0502020204030204"/>
                  </a:rPr>
                  <a:t>Total of : </a:t>
                </a:r>
                <a:r>
                  <a:rPr lang="fa-IR" sz="1300" dirty="0">
                    <a:solidFill>
                      <a:prstClr val="white"/>
                    </a:solidFill>
                    <a:latin typeface="Calibri" panose="020F0502020204030204"/>
                  </a:rPr>
                  <a:t>29</a:t>
                </a:r>
                <a:r>
                  <a:rPr lang="en-US" sz="1300" dirty="0">
                    <a:solidFill>
                      <a:prstClr val="white"/>
                    </a:solidFill>
                    <a:latin typeface="Calibri" panose="020F0502020204030204"/>
                  </a:rPr>
                  <a:t>,000,000,000</a:t>
                </a:r>
              </a:p>
            </p:txBody>
          </p:sp>
        </p:grp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9515488C-EA47-41E9-8E60-055D2DD9BF16}"/>
                </a:ext>
              </a:extLst>
            </p:cNvPr>
            <p:cNvCxnSpPr>
              <a:cxnSpLocks/>
            </p:cNvCxnSpPr>
            <p:nvPr/>
          </p:nvCxnSpPr>
          <p:spPr>
            <a:xfrm>
              <a:off x="2072858" y="4902258"/>
              <a:ext cx="23336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C25D4308-A26C-4C60-949B-1AF0BCD9428B}"/>
                </a:ext>
              </a:extLst>
            </p:cNvPr>
            <p:cNvCxnSpPr>
              <a:cxnSpLocks/>
            </p:cNvCxnSpPr>
            <p:nvPr/>
          </p:nvCxnSpPr>
          <p:spPr>
            <a:xfrm>
              <a:off x="363514" y="4884343"/>
              <a:ext cx="23336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89F8281F-E111-4676-AEA1-C8038EC72AD9}"/>
              </a:ext>
            </a:extLst>
          </p:cNvPr>
          <p:cNvGrpSpPr/>
          <p:nvPr/>
        </p:nvGrpSpPr>
        <p:grpSpPr>
          <a:xfrm>
            <a:off x="314569" y="4101323"/>
            <a:ext cx="2779174" cy="5349412"/>
            <a:chOff x="3095625" y="4208499"/>
            <a:chExt cx="2565391" cy="4937919"/>
          </a:xfrm>
        </p:grpSpPr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053C7983-10D5-4AA9-A96A-A5B2E33A21BB}"/>
                </a:ext>
              </a:extLst>
            </p:cNvPr>
            <p:cNvGrpSpPr/>
            <p:nvPr/>
          </p:nvGrpSpPr>
          <p:grpSpPr>
            <a:xfrm>
              <a:off x="4403493" y="4479060"/>
              <a:ext cx="1110551" cy="728680"/>
              <a:chOff x="363861" y="2076216"/>
              <a:chExt cx="2318410" cy="1434914"/>
            </a:xfrm>
          </p:grpSpPr>
          <p:sp>
            <p:nvSpPr>
              <p:cNvPr id="285" name="Google Shape;1426;p56">
                <a:extLst>
                  <a:ext uri="{FF2B5EF4-FFF2-40B4-BE49-F238E27FC236}">
                    <a16:creationId xmlns:a16="http://schemas.microsoft.com/office/drawing/2014/main" id="{1CD7E90B-8B86-448F-8C2D-C9C56BF1A0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2556" y="2076216"/>
                <a:ext cx="1126132" cy="559600"/>
              </a:xfrm>
              <a:prstGeom prst="rect">
                <a:avLst/>
              </a:prstGeom>
            </p:spPr>
            <p:txBody>
              <a:bodyPr spcFirstLastPara="1" vert="horz" wrap="square" lIns="132058" tIns="132058" rIns="132058" bIns="132058" rtlCol="0" anchor="ctr" anchorCtr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 defTabSz="990570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r>
                  <a:rPr lang="en" sz="1300" b="1" dirty="0">
                    <a:solidFill>
                      <a:prstClr val="white">
                        <a:lumMod val="65000"/>
                      </a:prstClr>
                    </a:solidFill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Squada One"/>
                  </a:rPr>
                  <a:t>01</a:t>
                </a:r>
              </a:p>
            </p:txBody>
          </p:sp>
          <p:sp>
            <p:nvSpPr>
              <p:cNvPr id="286" name="Google Shape;1427;p56">
                <a:extLst>
                  <a:ext uri="{FF2B5EF4-FFF2-40B4-BE49-F238E27FC236}">
                    <a16:creationId xmlns:a16="http://schemas.microsoft.com/office/drawing/2014/main" id="{6672FC5B-9BBB-4671-98B0-7085632294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3861" y="2580330"/>
                <a:ext cx="2318410" cy="930800"/>
              </a:xfrm>
              <a:prstGeom prst="rect">
                <a:avLst/>
              </a:prstGeom>
            </p:spPr>
            <p:txBody>
              <a:bodyPr spcFirstLastPara="1" vert="horz" wrap="square" lIns="132058" tIns="132058" rIns="132058" bIns="132058" rtlCol="0" anchor="ctr" anchorCtr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 defTabSz="990570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r>
                  <a:rPr lang="en-US" sz="975" b="1" dirty="0">
                    <a:solidFill>
                      <a:prstClr val="white"/>
                    </a:solidFill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Ideation:</a:t>
                </a:r>
                <a:br>
                  <a:rPr lang="en-US" sz="975" b="1" dirty="0">
                    <a:solidFill>
                      <a:prstClr val="white"/>
                    </a:solidFill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sz="975" dirty="0">
                    <a:solidFill>
                      <a:prstClr val="white"/>
                    </a:solidFill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 formation of idea </a:t>
                </a:r>
              </a:p>
            </p:txBody>
          </p:sp>
        </p:grpSp>
        <p:sp>
          <p:nvSpPr>
            <p:cNvPr id="221" name="Google Shape;1413;p56">
              <a:extLst>
                <a:ext uri="{FF2B5EF4-FFF2-40B4-BE49-F238E27FC236}">
                  <a16:creationId xmlns:a16="http://schemas.microsoft.com/office/drawing/2014/main" id="{361AAEAE-8EDC-41DA-8CCD-DA25C517C81E}"/>
                </a:ext>
              </a:extLst>
            </p:cNvPr>
            <p:cNvSpPr/>
            <p:nvPr/>
          </p:nvSpPr>
          <p:spPr>
            <a:xfrm rot="16200000" flipH="1">
              <a:off x="3894763" y="4643527"/>
              <a:ext cx="262243" cy="275292"/>
            </a:xfrm>
            <a:prstGeom prst="rect">
              <a:avLst/>
            </a:prstGeom>
            <a:noFill/>
            <a:ln w="19050" cap="flat" cmpd="sng">
              <a:solidFill>
                <a:srgbClr val="775EF5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algn="bl" rotWithShape="0">
                <a:srgbClr val="DFDEFF">
                  <a:alpha val="50000"/>
                </a:srgbClr>
              </a:outerShdw>
            </a:effectLst>
          </p:spPr>
          <p:txBody>
            <a:bodyPr spcFirstLastPara="1" wrap="square" lIns="132058" tIns="132058" rIns="132058" bIns="132058" anchor="ctr" anchorCtr="0">
              <a:noAutofit/>
            </a:bodyPr>
            <a:lstStyle/>
            <a:p>
              <a:pPr defTabSz="495285">
                <a:defRPr/>
              </a:pPr>
              <a:endParaRPr sz="2600" dirty="0">
                <a:solidFill>
                  <a:prstClr val="black"/>
                </a:solidFill>
                <a:latin typeface="Maiandra GD" panose="020E0502030308020204" pitchFamily="34" charset="0"/>
              </a:endParaRPr>
            </a:p>
          </p:txBody>
        </p:sp>
        <p:cxnSp>
          <p:nvCxnSpPr>
            <p:cNvPr id="222" name="Google Shape;1418;p56">
              <a:extLst>
                <a:ext uri="{FF2B5EF4-FFF2-40B4-BE49-F238E27FC236}">
                  <a16:creationId xmlns:a16="http://schemas.microsoft.com/office/drawing/2014/main" id="{49171567-DFA8-428E-B9AC-D85437CF42E0}"/>
                </a:ext>
              </a:extLst>
            </p:cNvPr>
            <p:cNvCxnSpPr>
              <a:cxnSpLocks/>
            </p:cNvCxnSpPr>
            <p:nvPr/>
          </p:nvCxnSpPr>
          <p:spPr>
            <a:xfrm>
              <a:off x="4170645" y="4781173"/>
              <a:ext cx="275291" cy="1"/>
            </a:xfrm>
            <a:prstGeom prst="straightConnector1">
              <a:avLst/>
            </a:prstGeom>
            <a:noFill/>
            <a:ln w="19050" cap="flat" cmpd="sng">
              <a:solidFill>
                <a:srgbClr val="775EF5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7150" algn="bl" rotWithShape="0">
                <a:srgbClr val="DFDEFF">
                  <a:alpha val="50000"/>
                </a:srgbClr>
              </a:outerShdw>
            </a:effectLst>
          </p:spPr>
        </p:cxnSp>
        <p:sp>
          <p:nvSpPr>
            <p:cNvPr id="223" name="Google Shape;1437;p56">
              <a:extLst>
                <a:ext uri="{FF2B5EF4-FFF2-40B4-BE49-F238E27FC236}">
                  <a16:creationId xmlns:a16="http://schemas.microsoft.com/office/drawing/2014/main" id="{F368E891-4383-4395-9FC5-4EB94CD4E2FE}"/>
                </a:ext>
              </a:extLst>
            </p:cNvPr>
            <p:cNvSpPr/>
            <p:nvPr/>
          </p:nvSpPr>
          <p:spPr>
            <a:xfrm rot="5400000">
              <a:off x="3938815" y="4650240"/>
              <a:ext cx="212491" cy="261865"/>
            </a:xfrm>
            <a:custGeom>
              <a:avLst/>
              <a:gdLst/>
              <a:ahLst/>
              <a:cxnLst/>
              <a:rect l="l" t="t" r="r" b="b"/>
              <a:pathLst>
                <a:path w="240603" h="209137" extrusionOk="0">
                  <a:moveTo>
                    <a:pt x="130978" y="34700"/>
                  </a:moveTo>
                  <a:cubicBezTo>
                    <a:pt x="133572" y="34700"/>
                    <a:pt x="135941" y="35752"/>
                    <a:pt x="137632" y="37444"/>
                  </a:cubicBezTo>
                  <a:cubicBezTo>
                    <a:pt x="139324" y="39136"/>
                    <a:pt x="140377" y="41467"/>
                    <a:pt x="140377" y="44023"/>
                  </a:cubicBezTo>
                  <a:cubicBezTo>
                    <a:pt x="140377" y="46579"/>
                    <a:pt x="139324" y="48910"/>
                    <a:pt x="137632" y="50602"/>
                  </a:cubicBezTo>
                  <a:cubicBezTo>
                    <a:pt x="135941" y="52294"/>
                    <a:pt x="133572" y="53346"/>
                    <a:pt x="130978" y="53346"/>
                  </a:cubicBezTo>
                  <a:lnTo>
                    <a:pt x="108422" y="53346"/>
                  </a:lnTo>
                  <a:lnTo>
                    <a:pt x="108422" y="34700"/>
                  </a:lnTo>
                  <a:close/>
                  <a:moveTo>
                    <a:pt x="130978" y="60376"/>
                  </a:moveTo>
                  <a:cubicBezTo>
                    <a:pt x="133572" y="60376"/>
                    <a:pt x="135941" y="61429"/>
                    <a:pt x="137632" y="63121"/>
                  </a:cubicBezTo>
                  <a:cubicBezTo>
                    <a:pt x="139324" y="64813"/>
                    <a:pt x="140377" y="67143"/>
                    <a:pt x="140377" y="69700"/>
                  </a:cubicBezTo>
                  <a:cubicBezTo>
                    <a:pt x="140377" y="72256"/>
                    <a:pt x="139324" y="74587"/>
                    <a:pt x="137632" y="76279"/>
                  </a:cubicBezTo>
                  <a:cubicBezTo>
                    <a:pt x="135941" y="77971"/>
                    <a:pt x="133572" y="79023"/>
                    <a:pt x="130978" y="79023"/>
                  </a:cubicBezTo>
                  <a:lnTo>
                    <a:pt x="108422" y="79023"/>
                  </a:lnTo>
                  <a:lnTo>
                    <a:pt x="108422" y="60376"/>
                  </a:lnTo>
                  <a:close/>
                  <a:moveTo>
                    <a:pt x="114587" y="18421"/>
                  </a:moveTo>
                  <a:cubicBezTo>
                    <a:pt x="112632" y="18421"/>
                    <a:pt x="111053" y="19963"/>
                    <a:pt x="111053" y="21918"/>
                  </a:cubicBezTo>
                  <a:lnTo>
                    <a:pt x="111053" y="27670"/>
                  </a:lnTo>
                  <a:lnTo>
                    <a:pt x="96692" y="27670"/>
                  </a:lnTo>
                  <a:cubicBezTo>
                    <a:pt x="94737" y="27670"/>
                    <a:pt x="93196" y="29248"/>
                    <a:pt x="93196" y="31203"/>
                  </a:cubicBezTo>
                  <a:cubicBezTo>
                    <a:pt x="93196" y="33121"/>
                    <a:pt x="94737" y="34700"/>
                    <a:pt x="96692" y="34700"/>
                  </a:cubicBezTo>
                  <a:lnTo>
                    <a:pt x="101354" y="34700"/>
                  </a:lnTo>
                  <a:lnTo>
                    <a:pt x="101354" y="79023"/>
                  </a:lnTo>
                  <a:lnTo>
                    <a:pt x="96692" y="79023"/>
                  </a:lnTo>
                  <a:cubicBezTo>
                    <a:pt x="94737" y="79023"/>
                    <a:pt x="93196" y="80565"/>
                    <a:pt x="93196" y="82519"/>
                  </a:cubicBezTo>
                  <a:cubicBezTo>
                    <a:pt x="93196" y="84474"/>
                    <a:pt x="94737" y="86053"/>
                    <a:pt x="96692" y="86053"/>
                  </a:cubicBezTo>
                  <a:lnTo>
                    <a:pt x="111053" y="86053"/>
                  </a:lnTo>
                  <a:lnTo>
                    <a:pt x="111053" y="91805"/>
                  </a:lnTo>
                  <a:cubicBezTo>
                    <a:pt x="111053" y="93723"/>
                    <a:pt x="112632" y="95301"/>
                    <a:pt x="114587" y="95301"/>
                  </a:cubicBezTo>
                  <a:cubicBezTo>
                    <a:pt x="116542" y="95301"/>
                    <a:pt x="118121" y="93723"/>
                    <a:pt x="118121" y="91805"/>
                  </a:cubicBezTo>
                  <a:lnTo>
                    <a:pt x="118121" y="86053"/>
                  </a:lnTo>
                  <a:lnTo>
                    <a:pt x="127482" y="86053"/>
                  </a:lnTo>
                  <a:lnTo>
                    <a:pt x="127482" y="91805"/>
                  </a:lnTo>
                  <a:cubicBezTo>
                    <a:pt x="127482" y="93723"/>
                    <a:pt x="129023" y="95301"/>
                    <a:pt x="130978" y="95301"/>
                  </a:cubicBezTo>
                  <a:cubicBezTo>
                    <a:pt x="132933" y="95301"/>
                    <a:pt x="134512" y="93723"/>
                    <a:pt x="134512" y="91805"/>
                  </a:cubicBezTo>
                  <a:lnTo>
                    <a:pt x="134512" y="85677"/>
                  </a:lnTo>
                  <a:cubicBezTo>
                    <a:pt x="137632" y="85001"/>
                    <a:pt x="140414" y="83422"/>
                    <a:pt x="142595" y="81241"/>
                  </a:cubicBezTo>
                  <a:cubicBezTo>
                    <a:pt x="145602" y="78271"/>
                    <a:pt x="147444" y="74211"/>
                    <a:pt x="147444" y="69700"/>
                  </a:cubicBezTo>
                  <a:cubicBezTo>
                    <a:pt x="147444" y="64662"/>
                    <a:pt x="145076" y="59963"/>
                    <a:pt x="141166" y="56843"/>
                  </a:cubicBezTo>
                  <a:cubicBezTo>
                    <a:pt x="145076" y="53760"/>
                    <a:pt x="147444" y="49061"/>
                    <a:pt x="147444" y="44023"/>
                  </a:cubicBezTo>
                  <a:cubicBezTo>
                    <a:pt x="147444" y="39512"/>
                    <a:pt x="145602" y="35452"/>
                    <a:pt x="142595" y="32482"/>
                  </a:cubicBezTo>
                  <a:cubicBezTo>
                    <a:pt x="140414" y="30301"/>
                    <a:pt x="137632" y="28722"/>
                    <a:pt x="134512" y="28045"/>
                  </a:cubicBezTo>
                  <a:lnTo>
                    <a:pt x="134512" y="21918"/>
                  </a:lnTo>
                  <a:cubicBezTo>
                    <a:pt x="134512" y="20000"/>
                    <a:pt x="132933" y="18421"/>
                    <a:pt x="130978" y="18421"/>
                  </a:cubicBezTo>
                  <a:cubicBezTo>
                    <a:pt x="129023" y="18421"/>
                    <a:pt x="127482" y="19963"/>
                    <a:pt x="127482" y="21918"/>
                  </a:cubicBezTo>
                  <a:lnTo>
                    <a:pt x="127482" y="27670"/>
                  </a:lnTo>
                  <a:lnTo>
                    <a:pt x="118121" y="27670"/>
                  </a:lnTo>
                  <a:lnTo>
                    <a:pt x="118121" y="21918"/>
                  </a:lnTo>
                  <a:cubicBezTo>
                    <a:pt x="118121" y="20000"/>
                    <a:pt x="116542" y="18421"/>
                    <a:pt x="114587" y="18421"/>
                  </a:cubicBezTo>
                  <a:close/>
                  <a:moveTo>
                    <a:pt x="120301" y="7030"/>
                  </a:moveTo>
                  <a:cubicBezTo>
                    <a:pt x="134061" y="7030"/>
                    <a:pt x="146505" y="12632"/>
                    <a:pt x="155527" y="21617"/>
                  </a:cubicBezTo>
                  <a:cubicBezTo>
                    <a:pt x="164550" y="30639"/>
                    <a:pt x="170114" y="43121"/>
                    <a:pt x="170114" y="56843"/>
                  </a:cubicBezTo>
                  <a:cubicBezTo>
                    <a:pt x="170114" y="69286"/>
                    <a:pt x="165602" y="80640"/>
                    <a:pt x="158084" y="89362"/>
                  </a:cubicBezTo>
                  <a:cubicBezTo>
                    <a:pt x="150490" y="98196"/>
                    <a:pt x="139813" y="104324"/>
                    <a:pt x="127745" y="106129"/>
                  </a:cubicBezTo>
                  <a:cubicBezTo>
                    <a:pt x="125828" y="106392"/>
                    <a:pt x="124512" y="108196"/>
                    <a:pt x="124775" y="110114"/>
                  </a:cubicBezTo>
                  <a:cubicBezTo>
                    <a:pt x="125014" y="111851"/>
                    <a:pt x="126518" y="113125"/>
                    <a:pt x="128225" y="113125"/>
                  </a:cubicBezTo>
                  <a:cubicBezTo>
                    <a:pt x="128401" y="113125"/>
                    <a:pt x="128580" y="113112"/>
                    <a:pt x="128760" y="113084"/>
                  </a:cubicBezTo>
                  <a:cubicBezTo>
                    <a:pt x="142557" y="111016"/>
                    <a:pt x="154738" y="104023"/>
                    <a:pt x="163422" y="93910"/>
                  </a:cubicBezTo>
                  <a:cubicBezTo>
                    <a:pt x="171279" y="84775"/>
                    <a:pt x="176279" y="73158"/>
                    <a:pt x="177069" y="60376"/>
                  </a:cubicBezTo>
                  <a:lnTo>
                    <a:pt x="214287" y="60376"/>
                  </a:lnTo>
                  <a:cubicBezTo>
                    <a:pt x="219550" y="60376"/>
                    <a:pt x="224400" y="62557"/>
                    <a:pt x="227896" y="66053"/>
                  </a:cubicBezTo>
                  <a:cubicBezTo>
                    <a:pt x="231355" y="69512"/>
                    <a:pt x="233535" y="74286"/>
                    <a:pt x="233573" y="79549"/>
                  </a:cubicBezTo>
                  <a:lnTo>
                    <a:pt x="131580" y="148196"/>
                  </a:lnTo>
                  <a:cubicBezTo>
                    <a:pt x="127707" y="150490"/>
                    <a:pt x="125151" y="151768"/>
                    <a:pt x="120527" y="151806"/>
                  </a:cubicBezTo>
                  <a:cubicBezTo>
                    <a:pt x="120463" y="151806"/>
                    <a:pt x="120399" y="151806"/>
                    <a:pt x="120334" y="151806"/>
                  </a:cubicBezTo>
                  <a:cubicBezTo>
                    <a:pt x="116674" y="151806"/>
                    <a:pt x="112951" y="150752"/>
                    <a:pt x="109700" y="148572"/>
                  </a:cubicBezTo>
                  <a:cubicBezTo>
                    <a:pt x="75489" y="125565"/>
                    <a:pt x="41241" y="102520"/>
                    <a:pt x="7030" y="79512"/>
                  </a:cubicBezTo>
                  <a:cubicBezTo>
                    <a:pt x="7105" y="74286"/>
                    <a:pt x="9248" y="69512"/>
                    <a:pt x="12707" y="66053"/>
                  </a:cubicBezTo>
                  <a:cubicBezTo>
                    <a:pt x="16203" y="62557"/>
                    <a:pt x="21015" y="60376"/>
                    <a:pt x="26354" y="60376"/>
                  </a:cubicBezTo>
                  <a:lnTo>
                    <a:pt x="63534" y="60376"/>
                  </a:lnTo>
                  <a:cubicBezTo>
                    <a:pt x="64324" y="73158"/>
                    <a:pt x="69324" y="84775"/>
                    <a:pt x="77181" y="93910"/>
                  </a:cubicBezTo>
                  <a:cubicBezTo>
                    <a:pt x="85865" y="104023"/>
                    <a:pt x="98046" y="111016"/>
                    <a:pt x="111843" y="113084"/>
                  </a:cubicBezTo>
                  <a:cubicBezTo>
                    <a:pt x="112023" y="113112"/>
                    <a:pt x="112201" y="113125"/>
                    <a:pt x="112377" y="113125"/>
                  </a:cubicBezTo>
                  <a:cubicBezTo>
                    <a:pt x="114079" y="113125"/>
                    <a:pt x="115555" y="111851"/>
                    <a:pt x="115828" y="110114"/>
                  </a:cubicBezTo>
                  <a:cubicBezTo>
                    <a:pt x="116091" y="108196"/>
                    <a:pt x="114775" y="106392"/>
                    <a:pt x="112858" y="106129"/>
                  </a:cubicBezTo>
                  <a:cubicBezTo>
                    <a:pt x="100790" y="104324"/>
                    <a:pt x="90113" y="98196"/>
                    <a:pt x="82519" y="89362"/>
                  </a:cubicBezTo>
                  <a:cubicBezTo>
                    <a:pt x="75000" y="80640"/>
                    <a:pt x="70489" y="69286"/>
                    <a:pt x="70489" y="56843"/>
                  </a:cubicBezTo>
                  <a:cubicBezTo>
                    <a:pt x="70489" y="43121"/>
                    <a:pt x="76053" y="30639"/>
                    <a:pt x="85076" y="21617"/>
                  </a:cubicBezTo>
                  <a:cubicBezTo>
                    <a:pt x="94098" y="12632"/>
                    <a:pt x="106542" y="7030"/>
                    <a:pt x="120301" y="7030"/>
                  </a:cubicBezTo>
                  <a:close/>
                  <a:moveTo>
                    <a:pt x="93948" y="146467"/>
                  </a:moveTo>
                  <a:lnTo>
                    <a:pt x="105752" y="154400"/>
                  </a:lnTo>
                  <a:cubicBezTo>
                    <a:pt x="110280" y="157406"/>
                    <a:pt x="115357" y="158836"/>
                    <a:pt x="120406" y="158836"/>
                  </a:cubicBezTo>
                  <a:cubicBezTo>
                    <a:pt x="120471" y="158836"/>
                    <a:pt x="120537" y="158836"/>
                    <a:pt x="120602" y="158836"/>
                  </a:cubicBezTo>
                  <a:cubicBezTo>
                    <a:pt x="125865" y="158760"/>
                    <a:pt x="131053" y="157144"/>
                    <a:pt x="135377" y="154061"/>
                  </a:cubicBezTo>
                  <a:lnTo>
                    <a:pt x="135489" y="153986"/>
                  </a:lnTo>
                  <a:lnTo>
                    <a:pt x="146655" y="146505"/>
                  </a:lnTo>
                  <a:lnTo>
                    <a:pt x="224700" y="199024"/>
                  </a:lnTo>
                  <a:cubicBezTo>
                    <a:pt x="221693" y="200941"/>
                    <a:pt x="218084" y="202107"/>
                    <a:pt x="214287" y="202107"/>
                  </a:cubicBezTo>
                  <a:lnTo>
                    <a:pt x="26354" y="202107"/>
                  </a:lnTo>
                  <a:cubicBezTo>
                    <a:pt x="22481" y="202107"/>
                    <a:pt x="18872" y="200941"/>
                    <a:pt x="15865" y="198986"/>
                  </a:cubicBezTo>
                  <a:lnTo>
                    <a:pt x="93948" y="146467"/>
                  </a:lnTo>
                  <a:close/>
                  <a:moveTo>
                    <a:pt x="120301" y="0"/>
                  </a:moveTo>
                  <a:cubicBezTo>
                    <a:pt x="104587" y="0"/>
                    <a:pt x="90376" y="6354"/>
                    <a:pt x="80076" y="16654"/>
                  </a:cubicBezTo>
                  <a:cubicBezTo>
                    <a:pt x="70564" y="26166"/>
                    <a:pt x="64436" y="39023"/>
                    <a:pt x="63534" y="53346"/>
                  </a:cubicBezTo>
                  <a:lnTo>
                    <a:pt x="26354" y="53346"/>
                  </a:lnTo>
                  <a:cubicBezTo>
                    <a:pt x="19098" y="53346"/>
                    <a:pt x="12519" y="56279"/>
                    <a:pt x="7744" y="61053"/>
                  </a:cubicBezTo>
                  <a:cubicBezTo>
                    <a:pt x="2970" y="65828"/>
                    <a:pt x="0" y="72444"/>
                    <a:pt x="0" y="79662"/>
                  </a:cubicBezTo>
                  <a:lnTo>
                    <a:pt x="0" y="157708"/>
                  </a:lnTo>
                  <a:cubicBezTo>
                    <a:pt x="0" y="159663"/>
                    <a:pt x="1579" y="161242"/>
                    <a:pt x="3534" y="161242"/>
                  </a:cubicBezTo>
                  <a:cubicBezTo>
                    <a:pt x="5489" y="161242"/>
                    <a:pt x="7030" y="159663"/>
                    <a:pt x="7030" y="157708"/>
                  </a:cubicBezTo>
                  <a:lnTo>
                    <a:pt x="7030" y="87971"/>
                  </a:lnTo>
                  <a:lnTo>
                    <a:pt x="65188" y="127106"/>
                  </a:lnTo>
                  <a:lnTo>
                    <a:pt x="87670" y="142219"/>
                  </a:lnTo>
                  <a:lnTo>
                    <a:pt x="10677" y="194024"/>
                  </a:lnTo>
                  <a:cubicBezTo>
                    <a:pt x="8384" y="190866"/>
                    <a:pt x="7030" y="186994"/>
                    <a:pt x="7030" y="182821"/>
                  </a:cubicBezTo>
                  <a:lnTo>
                    <a:pt x="7030" y="173685"/>
                  </a:lnTo>
                  <a:cubicBezTo>
                    <a:pt x="7030" y="171730"/>
                    <a:pt x="5489" y="170151"/>
                    <a:pt x="3534" y="170151"/>
                  </a:cubicBezTo>
                  <a:cubicBezTo>
                    <a:pt x="1579" y="170151"/>
                    <a:pt x="0" y="171730"/>
                    <a:pt x="0" y="173685"/>
                  </a:cubicBezTo>
                  <a:lnTo>
                    <a:pt x="0" y="182821"/>
                  </a:lnTo>
                  <a:cubicBezTo>
                    <a:pt x="0" y="197294"/>
                    <a:pt x="11842" y="209137"/>
                    <a:pt x="26354" y="209137"/>
                  </a:cubicBezTo>
                  <a:lnTo>
                    <a:pt x="214287" y="209137"/>
                  </a:lnTo>
                  <a:cubicBezTo>
                    <a:pt x="228798" y="209137"/>
                    <a:pt x="240603" y="197294"/>
                    <a:pt x="240603" y="182821"/>
                  </a:cubicBezTo>
                  <a:lnTo>
                    <a:pt x="240603" y="118347"/>
                  </a:lnTo>
                  <a:cubicBezTo>
                    <a:pt x="240603" y="116392"/>
                    <a:pt x="239024" y="114813"/>
                    <a:pt x="237069" y="114813"/>
                  </a:cubicBezTo>
                  <a:cubicBezTo>
                    <a:pt x="235152" y="114813"/>
                    <a:pt x="233573" y="116392"/>
                    <a:pt x="233573" y="118347"/>
                  </a:cubicBezTo>
                  <a:lnTo>
                    <a:pt x="233573" y="182821"/>
                  </a:lnTo>
                  <a:cubicBezTo>
                    <a:pt x="233573" y="186994"/>
                    <a:pt x="232219" y="190866"/>
                    <a:pt x="229926" y="194061"/>
                  </a:cubicBezTo>
                  <a:lnTo>
                    <a:pt x="152933" y="142257"/>
                  </a:lnTo>
                  <a:lnTo>
                    <a:pt x="233573" y="88046"/>
                  </a:lnTo>
                  <a:lnTo>
                    <a:pt x="233573" y="102369"/>
                  </a:lnTo>
                  <a:cubicBezTo>
                    <a:pt x="233573" y="104324"/>
                    <a:pt x="235152" y="105903"/>
                    <a:pt x="237069" y="105903"/>
                  </a:cubicBezTo>
                  <a:cubicBezTo>
                    <a:pt x="239024" y="105903"/>
                    <a:pt x="240603" y="104324"/>
                    <a:pt x="240603" y="102369"/>
                  </a:cubicBezTo>
                  <a:lnTo>
                    <a:pt x="240603" y="79662"/>
                  </a:lnTo>
                  <a:cubicBezTo>
                    <a:pt x="240603" y="72444"/>
                    <a:pt x="237633" y="65828"/>
                    <a:pt x="232858" y="61053"/>
                  </a:cubicBezTo>
                  <a:cubicBezTo>
                    <a:pt x="228121" y="56279"/>
                    <a:pt x="221505" y="53346"/>
                    <a:pt x="214287" y="53346"/>
                  </a:cubicBezTo>
                  <a:lnTo>
                    <a:pt x="177069" y="53346"/>
                  </a:lnTo>
                  <a:cubicBezTo>
                    <a:pt x="176204" y="39023"/>
                    <a:pt x="170038" y="26166"/>
                    <a:pt x="160527" y="16654"/>
                  </a:cubicBezTo>
                  <a:cubicBezTo>
                    <a:pt x="150226" y="6354"/>
                    <a:pt x="136016" y="0"/>
                    <a:pt x="120301" y="0"/>
                  </a:cubicBezTo>
                  <a:close/>
                </a:path>
              </a:pathLst>
            </a:custGeom>
            <a:solidFill>
              <a:srgbClr val="775EF5"/>
            </a:solidFill>
            <a:ln>
              <a:noFill/>
            </a:ln>
            <a:effectLst>
              <a:outerShdw blurRad="28575" algn="bl" rotWithShape="0">
                <a:srgbClr val="DFDEFF">
                  <a:alpha val="50000"/>
                </a:srgbClr>
              </a:outerShdw>
            </a:effectLst>
          </p:spPr>
          <p:txBody>
            <a:bodyPr spcFirstLastPara="1" wrap="square" lIns="132058" tIns="132058" rIns="132058" bIns="132058" anchor="ctr" anchorCtr="0">
              <a:noAutofit/>
            </a:bodyPr>
            <a:lstStyle/>
            <a:p>
              <a:pPr defTabSz="495285">
                <a:defRPr/>
              </a:pPr>
              <a:endParaRPr sz="2600" dirty="0">
                <a:solidFill>
                  <a:prstClr val="black"/>
                </a:solidFill>
                <a:latin typeface="Maiandra GD" panose="020E0502030308020204" pitchFamily="34" charset="0"/>
              </a:endParaRPr>
            </a:p>
          </p:txBody>
        </p:sp>
        <p:sp>
          <p:nvSpPr>
            <p:cNvPr id="224" name="Google Shape;1419;p56">
              <a:extLst>
                <a:ext uri="{FF2B5EF4-FFF2-40B4-BE49-F238E27FC236}">
                  <a16:creationId xmlns:a16="http://schemas.microsoft.com/office/drawing/2014/main" id="{D5CDAE84-E1F5-4213-A42A-E1CBB68A8A75}"/>
                </a:ext>
              </a:extLst>
            </p:cNvPr>
            <p:cNvSpPr/>
            <p:nvPr/>
          </p:nvSpPr>
          <p:spPr>
            <a:xfrm rot="16200000" flipH="1">
              <a:off x="4405855" y="4751192"/>
              <a:ext cx="80163" cy="59963"/>
            </a:xfrm>
            <a:prstGeom prst="rect">
              <a:avLst/>
            </a:prstGeom>
            <a:solidFill>
              <a:srgbClr val="775EF5"/>
            </a:solidFill>
            <a:ln w="19050" cap="flat" cmpd="sng">
              <a:solidFill>
                <a:srgbClr val="775EF5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algn="bl" rotWithShape="0">
                <a:srgbClr val="DFDEFF">
                  <a:alpha val="50000"/>
                </a:srgbClr>
              </a:outerShdw>
            </a:effectLst>
          </p:spPr>
          <p:txBody>
            <a:bodyPr spcFirstLastPara="1" wrap="square" lIns="132058" tIns="132058" rIns="132058" bIns="132058" anchor="ctr" anchorCtr="0">
              <a:noAutofit/>
            </a:bodyPr>
            <a:lstStyle/>
            <a:p>
              <a:pPr defTabSz="495285">
                <a:defRPr/>
              </a:pPr>
              <a:endParaRPr sz="2600">
                <a:solidFill>
                  <a:prstClr val="black"/>
                </a:solidFill>
                <a:latin typeface="Maiandra GD" panose="020E0502030308020204" pitchFamily="34" charset="0"/>
              </a:endParaRPr>
            </a:p>
          </p:txBody>
        </p:sp>
        <p:cxnSp>
          <p:nvCxnSpPr>
            <p:cNvPr id="225" name="Google Shape;1438;p56">
              <a:extLst>
                <a:ext uri="{FF2B5EF4-FFF2-40B4-BE49-F238E27FC236}">
                  <a16:creationId xmlns:a16="http://schemas.microsoft.com/office/drawing/2014/main" id="{69A607B6-B90B-4255-B2CB-0E715531A3ED}"/>
                </a:ext>
              </a:extLst>
            </p:cNvPr>
            <p:cNvCxnSpPr>
              <a:cxnSpLocks/>
            </p:cNvCxnSpPr>
            <p:nvPr/>
          </p:nvCxnSpPr>
          <p:spPr>
            <a:xfrm>
              <a:off x="4447636" y="4781172"/>
              <a:ext cx="0" cy="4045583"/>
            </a:xfrm>
            <a:prstGeom prst="straightConnector1">
              <a:avLst/>
            </a:prstGeom>
            <a:noFill/>
            <a:ln w="19050" cap="flat" cmpd="sng">
              <a:solidFill>
                <a:srgbClr val="775EF5"/>
              </a:solidFill>
              <a:prstDash val="dot"/>
              <a:round/>
              <a:headEnd type="diamond" w="med" len="med"/>
              <a:tailEnd type="diamond" w="med" len="med"/>
            </a:ln>
            <a:effectLst>
              <a:outerShdw blurRad="57150" algn="bl" rotWithShape="0">
                <a:srgbClr val="DFDEFF">
                  <a:alpha val="50000"/>
                </a:srgbClr>
              </a:outerShdw>
            </a:effectLst>
          </p:spPr>
        </p:cxn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27236F66-A541-4C48-BA06-D10E48229666}"/>
                </a:ext>
              </a:extLst>
            </p:cNvPr>
            <p:cNvGrpSpPr/>
            <p:nvPr/>
          </p:nvGrpSpPr>
          <p:grpSpPr>
            <a:xfrm>
              <a:off x="3095625" y="4873753"/>
              <a:ext cx="1389818" cy="1093487"/>
              <a:chOff x="1164034" y="2577053"/>
              <a:chExt cx="1471396" cy="1093487"/>
            </a:xfrm>
          </p:grpSpPr>
          <p:sp>
            <p:nvSpPr>
              <p:cNvPr id="283" name="Google Shape;1426;p56">
                <a:extLst>
                  <a:ext uri="{FF2B5EF4-FFF2-40B4-BE49-F238E27FC236}">
                    <a16:creationId xmlns:a16="http://schemas.microsoft.com/office/drawing/2014/main" id="{2F2864CB-4A53-4FCC-BBFF-BA57DDF0C67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35534" y="2577053"/>
                <a:ext cx="1126132" cy="559600"/>
              </a:xfrm>
              <a:prstGeom prst="rect">
                <a:avLst/>
              </a:prstGeom>
            </p:spPr>
            <p:txBody>
              <a:bodyPr spcFirstLastPara="1" vert="horz" wrap="square" lIns="132058" tIns="132058" rIns="132058" bIns="132058" rtlCol="0" anchor="ctr" anchorCtr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 defTabSz="990570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r>
                  <a:rPr lang="en" sz="1300" b="1" dirty="0">
                    <a:solidFill>
                      <a:prstClr val="white">
                        <a:lumMod val="65000"/>
                      </a:prstClr>
                    </a:solidFill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Squada One"/>
                  </a:rPr>
                  <a:t>02</a:t>
                </a:r>
              </a:p>
            </p:txBody>
          </p:sp>
          <p:sp>
            <p:nvSpPr>
              <p:cNvPr id="284" name="Google Shape;1427;p56">
                <a:extLst>
                  <a:ext uri="{FF2B5EF4-FFF2-40B4-BE49-F238E27FC236}">
                    <a16:creationId xmlns:a16="http://schemas.microsoft.com/office/drawing/2014/main" id="{41CBF8FD-3C82-4F97-889E-CA5031A337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4034" y="2739740"/>
                <a:ext cx="1471396" cy="930800"/>
              </a:xfrm>
              <a:prstGeom prst="rect">
                <a:avLst/>
              </a:prstGeom>
            </p:spPr>
            <p:txBody>
              <a:bodyPr spcFirstLastPara="1" vert="horz" wrap="square" lIns="132058" tIns="132058" rIns="132058" bIns="132058" rtlCol="0" anchor="ctr" anchorCtr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 defTabSz="990570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r>
                  <a:rPr lang="en-US" sz="975" b="1" dirty="0">
                    <a:solidFill>
                      <a:prstClr val="white"/>
                    </a:solidFill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Concepting:</a:t>
                </a:r>
                <a:br>
                  <a:rPr lang="en-US" sz="975" b="1" dirty="0">
                    <a:solidFill>
                      <a:prstClr val="white"/>
                    </a:solidFill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sz="975" dirty="0">
                    <a:solidFill>
                      <a:prstClr val="white"/>
                    </a:solidFill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Mission, vision, initial strategy, website, </a:t>
                </a:r>
                <a:r>
                  <a:rPr lang="en-US" sz="975">
                    <a:solidFill>
                      <a:prstClr val="white"/>
                    </a:solidFill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key milestone</a:t>
                </a:r>
                <a:endParaRPr lang="en-US" sz="975" dirty="0">
                  <a:solidFill>
                    <a:prstClr val="white"/>
                  </a:solidFill>
                  <a:latin typeface="Maiandra GD" panose="020E050203030802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227" name="Group 226">
              <a:extLst>
                <a:ext uri="{FF2B5EF4-FFF2-40B4-BE49-F238E27FC236}">
                  <a16:creationId xmlns:a16="http://schemas.microsoft.com/office/drawing/2014/main" id="{C91D28FB-F44A-4701-8746-DF673218DE94}"/>
                </a:ext>
              </a:extLst>
            </p:cNvPr>
            <p:cNvGrpSpPr/>
            <p:nvPr/>
          </p:nvGrpSpPr>
          <p:grpSpPr>
            <a:xfrm>
              <a:off x="4417624" y="5279062"/>
              <a:ext cx="582912" cy="284542"/>
              <a:chOff x="4531924" y="5593387"/>
              <a:chExt cx="582912" cy="284542"/>
            </a:xfrm>
          </p:grpSpPr>
          <p:grpSp>
            <p:nvGrpSpPr>
              <p:cNvPr id="277" name="Group 276">
                <a:extLst>
                  <a:ext uri="{FF2B5EF4-FFF2-40B4-BE49-F238E27FC236}">
                    <a16:creationId xmlns:a16="http://schemas.microsoft.com/office/drawing/2014/main" id="{E3F64E24-713C-4FCD-AC21-80BE0BE6D13C}"/>
                  </a:ext>
                </a:extLst>
              </p:cNvPr>
              <p:cNvGrpSpPr/>
              <p:nvPr/>
            </p:nvGrpSpPr>
            <p:grpSpPr>
              <a:xfrm>
                <a:off x="4531924" y="5708874"/>
                <a:ext cx="304800" cy="80163"/>
                <a:chOff x="4531924" y="5985099"/>
                <a:chExt cx="304800" cy="80163"/>
              </a:xfrm>
            </p:grpSpPr>
            <p:sp>
              <p:nvSpPr>
                <p:cNvPr id="281" name="Google Shape;1419;p56">
                  <a:extLst>
                    <a:ext uri="{FF2B5EF4-FFF2-40B4-BE49-F238E27FC236}">
                      <a16:creationId xmlns:a16="http://schemas.microsoft.com/office/drawing/2014/main" id="{E0AA917B-800E-4082-8B3D-62686891B854}"/>
                    </a:ext>
                  </a:extLst>
                </p:cNvPr>
                <p:cNvSpPr/>
                <p:nvPr/>
              </p:nvSpPr>
              <p:spPr>
                <a:xfrm rot="16200000" flipH="1">
                  <a:off x="4521824" y="5995199"/>
                  <a:ext cx="80163" cy="59963"/>
                </a:xfrm>
                <a:prstGeom prst="rect">
                  <a:avLst/>
                </a:prstGeom>
                <a:solidFill>
                  <a:srgbClr val="775EF5"/>
                </a:solidFill>
                <a:ln w="19050" cap="flat" cmpd="sng">
                  <a:solidFill>
                    <a:srgbClr val="775EF5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57150" algn="bl" rotWithShape="0">
                    <a:srgbClr val="DFDEFF">
                      <a:alpha val="50000"/>
                    </a:srgbClr>
                  </a:outerShdw>
                </a:effectLst>
              </p:spPr>
              <p:txBody>
                <a:bodyPr spcFirstLastPara="1" wrap="square" lIns="132058" tIns="132058" rIns="132058" bIns="132058" anchor="ctr" anchorCtr="0">
                  <a:noAutofit/>
                </a:bodyPr>
                <a:lstStyle/>
                <a:p>
                  <a:pPr defTabSz="495285">
                    <a:defRPr/>
                  </a:pPr>
                  <a:endParaRPr sz="2600">
                    <a:solidFill>
                      <a:prstClr val="black"/>
                    </a:solidFill>
                    <a:latin typeface="Maiandra GD" panose="020E0502030308020204" pitchFamily="34" charset="0"/>
                  </a:endParaRPr>
                </a:p>
              </p:txBody>
            </p:sp>
            <p:cxnSp>
              <p:nvCxnSpPr>
                <p:cNvPr id="282" name="Google Shape;1418;p56">
                  <a:extLst>
                    <a:ext uri="{FF2B5EF4-FFF2-40B4-BE49-F238E27FC236}">
                      <a16:creationId xmlns:a16="http://schemas.microsoft.com/office/drawing/2014/main" id="{C5B8280D-66F4-456F-B382-5B71951272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61433" y="6021847"/>
                  <a:ext cx="275291" cy="1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775EF5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7150" algn="bl" rotWithShape="0">
                    <a:srgbClr val="DFDEFF">
                      <a:alpha val="50000"/>
                    </a:srgbClr>
                  </a:outerShdw>
                </a:effectLst>
              </p:spPr>
            </p:cxnSp>
          </p:grpSp>
          <p:grpSp>
            <p:nvGrpSpPr>
              <p:cNvPr id="278" name="Group 277">
                <a:extLst>
                  <a:ext uri="{FF2B5EF4-FFF2-40B4-BE49-F238E27FC236}">
                    <a16:creationId xmlns:a16="http://schemas.microsoft.com/office/drawing/2014/main" id="{98069875-6EEC-4ED1-B39A-F3E218C7CAC0}"/>
                  </a:ext>
                </a:extLst>
              </p:cNvPr>
              <p:cNvGrpSpPr/>
              <p:nvPr/>
            </p:nvGrpSpPr>
            <p:grpSpPr>
              <a:xfrm>
                <a:off x="4843747" y="5593387"/>
                <a:ext cx="271089" cy="284542"/>
                <a:chOff x="4862797" y="5726737"/>
                <a:chExt cx="271089" cy="284542"/>
              </a:xfrm>
            </p:grpSpPr>
            <p:sp>
              <p:nvSpPr>
                <p:cNvPr id="279" name="Google Shape;1414;p56">
                  <a:extLst>
                    <a:ext uri="{FF2B5EF4-FFF2-40B4-BE49-F238E27FC236}">
                      <a16:creationId xmlns:a16="http://schemas.microsoft.com/office/drawing/2014/main" id="{CF0FFC5D-E267-4673-BC72-15BEAA3E7E57}"/>
                    </a:ext>
                  </a:extLst>
                </p:cNvPr>
                <p:cNvSpPr/>
                <p:nvPr/>
              </p:nvSpPr>
              <p:spPr>
                <a:xfrm>
                  <a:off x="4862797" y="5734280"/>
                  <a:ext cx="268380" cy="276999"/>
                </a:xfrm>
                <a:prstGeom prst="rect">
                  <a:avLst/>
                </a:prstGeom>
                <a:noFill/>
                <a:ln w="19050" cap="flat" cmpd="sng">
                  <a:solidFill>
                    <a:srgbClr val="775EF5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57150" algn="bl" rotWithShape="0">
                    <a:srgbClr val="DFDEFF">
                      <a:alpha val="50000"/>
                    </a:srgbClr>
                  </a:outerShdw>
                </a:effectLst>
              </p:spPr>
              <p:txBody>
                <a:bodyPr spcFirstLastPara="1" wrap="square" lIns="132058" tIns="132058" rIns="132058" bIns="132058" anchor="ctr" anchorCtr="0">
                  <a:noAutofit/>
                </a:bodyPr>
                <a:lstStyle/>
                <a:p>
                  <a:pPr defTabSz="495285">
                    <a:defRPr/>
                  </a:pPr>
                  <a:endParaRPr sz="2600">
                    <a:solidFill>
                      <a:prstClr val="black"/>
                    </a:solidFill>
                    <a:latin typeface="Maiandra GD" panose="020E0502030308020204" pitchFamily="34" charset="0"/>
                  </a:endParaRPr>
                </a:p>
              </p:txBody>
            </p:sp>
            <p:sp>
              <p:nvSpPr>
                <p:cNvPr id="280" name="Google Shape;1436;p56">
                  <a:extLst>
                    <a:ext uri="{FF2B5EF4-FFF2-40B4-BE49-F238E27FC236}">
                      <a16:creationId xmlns:a16="http://schemas.microsoft.com/office/drawing/2014/main" id="{307060E2-AA80-4796-BDD4-934F737DC695}"/>
                    </a:ext>
                  </a:extLst>
                </p:cNvPr>
                <p:cNvSpPr/>
                <p:nvPr/>
              </p:nvSpPr>
              <p:spPr>
                <a:xfrm>
                  <a:off x="4865506" y="5726737"/>
                  <a:ext cx="268380" cy="2769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275" h="208971" extrusionOk="0">
                      <a:moveTo>
                        <a:pt x="71113" y="27811"/>
                      </a:moveTo>
                      <a:cubicBezTo>
                        <a:pt x="72955" y="27811"/>
                        <a:pt x="74593" y="28425"/>
                        <a:pt x="75753" y="29483"/>
                      </a:cubicBezTo>
                      <a:cubicBezTo>
                        <a:pt x="76811" y="30404"/>
                        <a:pt x="77460" y="31667"/>
                        <a:pt x="77460" y="32998"/>
                      </a:cubicBezTo>
                      <a:cubicBezTo>
                        <a:pt x="77460" y="34363"/>
                        <a:pt x="76811" y="35625"/>
                        <a:pt x="75753" y="36546"/>
                      </a:cubicBezTo>
                      <a:cubicBezTo>
                        <a:pt x="74593" y="37570"/>
                        <a:pt x="72955" y="38218"/>
                        <a:pt x="71113" y="38218"/>
                      </a:cubicBezTo>
                      <a:lnTo>
                        <a:pt x="55041" y="38218"/>
                      </a:lnTo>
                      <a:lnTo>
                        <a:pt x="55041" y="27811"/>
                      </a:lnTo>
                      <a:close/>
                      <a:moveTo>
                        <a:pt x="71113" y="44600"/>
                      </a:moveTo>
                      <a:cubicBezTo>
                        <a:pt x="72955" y="44600"/>
                        <a:pt x="74593" y="45248"/>
                        <a:pt x="75753" y="46272"/>
                      </a:cubicBezTo>
                      <a:cubicBezTo>
                        <a:pt x="76811" y="47193"/>
                        <a:pt x="77460" y="48455"/>
                        <a:pt x="77460" y="49820"/>
                      </a:cubicBezTo>
                      <a:cubicBezTo>
                        <a:pt x="77460" y="51151"/>
                        <a:pt x="76811" y="52414"/>
                        <a:pt x="75753" y="53335"/>
                      </a:cubicBezTo>
                      <a:cubicBezTo>
                        <a:pt x="74593" y="54393"/>
                        <a:pt x="72955" y="55007"/>
                        <a:pt x="71113" y="55007"/>
                      </a:cubicBezTo>
                      <a:lnTo>
                        <a:pt x="55041" y="55007"/>
                      </a:lnTo>
                      <a:lnTo>
                        <a:pt x="55041" y="44600"/>
                      </a:lnTo>
                      <a:close/>
                      <a:moveTo>
                        <a:pt x="58999" y="15322"/>
                      </a:moveTo>
                      <a:cubicBezTo>
                        <a:pt x="57225" y="15322"/>
                        <a:pt x="55791" y="16755"/>
                        <a:pt x="55791" y="18529"/>
                      </a:cubicBezTo>
                      <a:lnTo>
                        <a:pt x="55791" y="21396"/>
                      </a:lnTo>
                      <a:lnTo>
                        <a:pt x="45759" y="21396"/>
                      </a:lnTo>
                      <a:cubicBezTo>
                        <a:pt x="44019" y="21396"/>
                        <a:pt x="42586" y="22829"/>
                        <a:pt x="42586" y="24603"/>
                      </a:cubicBezTo>
                      <a:cubicBezTo>
                        <a:pt x="42586" y="26344"/>
                        <a:pt x="44019" y="27811"/>
                        <a:pt x="45759" y="27811"/>
                      </a:cubicBezTo>
                      <a:lnTo>
                        <a:pt x="48626" y="27811"/>
                      </a:lnTo>
                      <a:lnTo>
                        <a:pt x="48626" y="55007"/>
                      </a:lnTo>
                      <a:lnTo>
                        <a:pt x="45759" y="55007"/>
                      </a:lnTo>
                      <a:cubicBezTo>
                        <a:pt x="44019" y="55007"/>
                        <a:pt x="42586" y="56440"/>
                        <a:pt x="42586" y="58215"/>
                      </a:cubicBezTo>
                      <a:cubicBezTo>
                        <a:pt x="42586" y="59989"/>
                        <a:pt x="44019" y="61422"/>
                        <a:pt x="45759" y="61422"/>
                      </a:cubicBezTo>
                      <a:lnTo>
                        <a:pt x="55791" y="61422"/>
                      </a:lnTo>
                      <a:lnTo>
                        <a:pt x="55791" y="64289"/>
                      </a:lnTo>
                      <a:cubicBezTo>
                        <a:pt x="55791" y="66029"/>
                        <a:pt x="57225" y="67496"/>
                        <a:pt x="58999" y="67496"/>
                      </a:cubicBezTo>
                      <a:cubicBezTo>
                        <a:pt x="60773" y="67496"/>
                        <a:pt x="62207" y="66029"/>
                        <a:pt x="62207" y="64289"/>
                      </a:cubicBezTo>
                      <a:lnTo>
                        <a:pt x="62207" y="61422"/>
                      </a:lnTo>
                      <a:lnTo>
                        <a:pt x="67905" y="61422"/>
                      </a:lnTo>
                      <a:lnTo>
                        <a:pt x="67905" y="64289"/>
                      </a:lnTo>
                      <a:cubicBezTo>
                        <a:pt x="67905" y="66029"/>
                        <a:pt x="69372" y="67496"/>
                        <a:pt x="71113" y="67496"/>
                      </a:cubicBezTo>
                      <a:cubicBezTo>
                        <a:pt x="72887" y="67496"/>
                        <a:pt x="74320" y="66029"/>
                        <a:pt x="74320" y="64289"/>
                      </a:cubicBezTo>
                      <a:lnTo>
                        <a:pt x="74320" y="61047"/>
                      </a:lnTo>
                      <a:cubicBezTo>
                        <a:pt x="76470" y="60535"/>
                        <a:pt x="78415" y="59511"/>
                        <a:pt x="79985" y="58146"/>
                      </a:cubicBezTo>
                      <a:cubicBezTo>
                        <a:pt x="82373" y="56031"/>
                        <a:pt x="83875" y="53096"/>
                        <a:pt x="83875" y="49820"/>
                      </a:cubicBezTo>
                      <a:cubicBezTo>
                        <a:pt x="83875" y="46510"/>
                        <a:pt x="82373" y="43542"/>
                        <a:pt x="79916" y="41392"/>
                      </a:cubicBezTo>
                      <a:cubicBezTo>
                        <a:pt x="82373" y="39276"/>
                        <a:pt x="83875" y="36308"/>
                        <a:pt x="83875" y="32998"/>
                      </a:cubicBezTo>
                      <a:cubicBezTo>
                        <a:pt x="83875" y="29722"/>
                        <a:pt x="82373" y="26787"/>
                        <a:pt x="79985" y="24672"/>
                      </a:cubicBezTo>
                      <a:cubicBezTo>
                        <a:pt x="78415" y="23307"/>
                        <a:pt x="76470" y="22283"/>
                        <a:pt x="74320" y="21771"/>
                      </a:cubicBezTo>
                      <a:lnTo>
                        <a:pt x="74320" y="18529"/>
                      </a:lnTo>
                      <a:cubicBezTo>
                        <a:pt x="74320" y="16789"/>
                        <a:pt x="72887" y="15322"/>
                        <a:pt x="71113" y="15322"/>
                      </a:cubicBezTo>
                      <a:cubicBezTo>
                        <a:pt x="69372" y="15322"/>
                        <a:pt x="67905" y="16755"/>
                        <a:pt x="67905" y="18529"/>
                      </a:cubicBezTo>
                      <a:lnTo>
                        <a:pt x="67905" y="21396"/>
                      </a:lnTo>
                      <a:lnTo>
                        <a:pt x="62207" y="21396"/>
                      </a:lnTo>
                      <a:lnTo>
                        <a:pt x="62207" y="18529"/>
                      </a:lnTo>
                      <a:cubicBezTo>
                        <a:pt x="62207" y="16789"/>
                        <a:pt x="60773" y="15322"/>
                        <a:pt x="58999" y="15322"/>
                      </a:cubicBezTo>
                      <a:close/>
                      <a:moveTo>
                        <a:pt x="156045" y="14605"/>
                      </a:moveTo>
                      <a:cubicBezTo>
                        <a:pt x="154270" y="14605"/>
                        <a:pt x="152837" y="16073"/>
                        <a:pt x="152837" y="17813"/>
                      </a:cubicBezTo>
                      <a:lnTo>
                        <a:pt x="152837" y="20918"/>
                      </a:lnTo>
                      <a:lnTo>
                        <a:pt x="147753" y="20918"/>
                      </a:lnTo>
                      <a:cubicBezTo>
                        <a:pt x="145228" y="20918"/>
                        <a:pt x="142873" y="21976"/>
                        <a:pt x="141235" y="23648"/>
                      </a:cubicBezTo>
                      <a:cubicBezTo>
                        <a:pt x="139529" y="25320"/>
                        <a:pt x="138506" y="27640"/>
                        <a:pt x="138506" y="30165"/>
                      </a:cubicBezTo>
                      <a:lnTo>
                        <a:pt x="138506" y="35557"/>
                      </a:lnTo>
                      <a:cubicBezTo>
                        <a:pt x="138506" y="38082"/>
                        <a:pt x="139529" y="40402"/>
                        <a:pt x="141235" y="42074"/>
                      </a:cubicBezTo>
                      <a:cubicBezTo>
                        <a:pt x="142873" y="43746"/>
                        <a:pt x="145228" y="44804"/>
                        <a:pt x="147753" y="44804"/>
                      </a:cubicBezTo>
                      <a:lnTo>
                        <a:pt x="164337" y="44804"/>
                      </a:lnTo>
                      <a:cubicBezTo>
                        <a:pt x="165121" y="44804"/>
                        <a:pt x="165838" y="45111"/>
                        <a:pt x="166350" y="45623"/>
                      </a:cubicBezTo>
                      <a:cubicBezTo>
                        <a:pt x="166862" y="46169"/>
                        <a:pt x="167203" y="46852"/>
                        <a:pt x="167203" y="47671"/>
                      </a:cubicBezTo>
                      <a:lnTo>
                        <a:pt x="167203" y="53028"/>
                      </a:lnTo>
                      <a:cubicBezTo>
                        <a:pt x="167203" y="53813"/>
                        <a:pt x="166862" y="54495"/>
                        <a:pt x="166350" y="55041"/>
                      </a:cubicBezTo>
                      <a:cubicBezTo>
                        <a:pt x="165838" y="55553"/>
                        <a:pt x="165121" y="55860"/>
                        <a:pt x="164337" y="55860"/>
                      </a:cubicBezTo>
                      <a:lnTo>
                        <a:pt x="147753" y="55860"/>
                      </a:lnTo>
                      <a:cubicBezTo>
                        <a:pt x="146968" y="55860"/>
                        <a:pt x="146251" y="55553"/>
                        <a:pt x="145740" y="55041"/>
                      </a:cubicBezTo>
                      <a:cubicBezTo>
                        <a:pt x="145228" y="54495"/>
                        <a:pt x="144887" y="53813"/>
                        <a:pt x="144887" y="53028"/>
                      </a:cubicBezTo>
                      <a:cubicBezTo>
                        <a:pt x="144887" y="51254"/>
                        <a:pt x="143453" y="49820"/>
                        <a:pt x="141713" y="49820"/>
                      </a:cubicBezTo>
                      <a:cubicBezTo>
                        <a:pt x="139939" y="49820"/>
                        <a:pt x="138506" y="51254"/>
                        <a:pt x="138506" y="53028"/>
                      </a:cubicBezTo>
                      <a:cubicBezTo>
                        <a:pt x="138506" y="55553"/>
                        <a:pt x="139529" y="57873"/>
                        <a:pt x="141235" y="59545"/>
                      </a:cubicBezTo>
                      <a:cubicBezTo>
                        <a:pt x="142873" y="61217"/>
                        <a:pt x="145228" y="62275"/>
                        <a:pt x="147753" y="62275"/>
                      </a:cubicBezTo>
                      <a:lnTo>
                        <a:pt x="152837" y="62275"/>
                      </a:lnTo>
                      <a:lnTo>
                        <a:pt x="152837" y="65005"/>
                      </a:lnTo>
                      <a:cubicBezTo>
                        <a:pt x="152837" y="66745"/>
                        <a:pt x="154270" y="68213"/>
                        <a:pt x="156045" y="68213"/>
                      </a:cubicBezTo>
                      <a:cubicBezTo>
                        <a:pt x="157819" y="68213"/>
                        <a:pt x="159252" y="66745"/>
                        <a:pt x="159252" y="65005"/>
                      </a:cubicBezTo>
                      <a:lnTo>
                        <a:pt x="159252" y="62275"/>
                      </a:lnTo>
                      <a:lnTo>
                        <a:pt x="164337" y="62275"/>
                      </a:lnTo>
                      <a:cubicBezTo>
                        <a:pt x="166896" y="62275"/>
                        <a:pt x="169216" y="61217"/>
                        <a:pt x="170888" y="59545"/>
                      </a:cubicBezTo>
                      <a:cubicBezTo>
                        <a:pt x="172560" y="57873"/>
                        <a:pt x="173584" y="55553"/>
                        <a:pt x="173584" y="53028"/>
                      </a:cubicBezTo>
                      <a:lnTo>
                        <a:pt x="173584" y="47671"/>
                      </a:lnTo>
                      <a:cubicBezTo>
                        <a:pt x="173584" y="45111"/>
                        <a:pt x="172560" y="42791"/>
                        <a:pt x="170888" y="41119"/>
                      </a:cubicBezTo>
                      <a:cubicBezTo>
                        <a:pt x="169216" y="39447"/>
                        <a:pt x="166896" y="38389"/>
                        <a:pt x="164337" y="38389"/>
                      </a:cubicBezTo>
                      <a:lnTo>
                        <a:pt x="147753" y="38389"/>
                      </a:lnTo>
                      <a:cubicBezTo>
                        <a:pt x="146968" y="38389"/>
                        <a:pt x="146251" y="38082"/>
                        <a:pt x="145740" y="37570"/>
                      </a:cubicBezTo>
                      <a:cubicBezTo>
                        <a:pt x="145228" y="37024"/>
                        <a:pt x="144887" y="36308"/>
                        <a:pt x="144887" y="35557"/>
                      </a:cubicBezTo>
                      <a:lnTo>
                        <a:pt x="144887" y="30165"/>
                      </a:lnTo>
                      <a:cubicBezTo>
                        <a:pt x="144887" y="29381"/>
                        <a:pt x="145228" y="28698"/>
                        <a:pt x="145740" y="28152"/>
                      </a:cubicBezTo>
                      <a:cubicBezTo>
                        <a:pt x="146251" y="27640"/>
                        <a:pt x="146968" y="27333"/>
                        <a:pt x="147753" y="27333"/>
                      </a:cubicBezTo>
                      <a:lnTo>
                        <a:pt x="164337" y="27333"/>
                      </a:lnTo>
                      <a:cubicBezTo>
                        <a:pt x="165121" y="27333"/>
                        <a:pt x="165838" y="27640"/>
                        <a:pt x="166350" y="28152"/>
                      </a:cubicBezTo>
                      <a:cubicBezTo>
                        <a:pt x="166862" y="28698"/>
                        <a:pt x="167203" y="29381"/>
                        <a:pt x="167203" y="30165"/>
                      </a:cubicBezTo>
                      <a:cubicBezTo>
                        <a:pt x="167203" y="31940"/>
                        <a:pt x="168636" y="33373"/>
                        <a:pt x="170411" y="33373"/>
                      </a:cubicBezTo>
                      <a:cubicBezTo>
                        <a:pt x="172151" y="33373"/>
                        <a:pt x="173584" y="31940"/>
                        <a:pt x="173584" y="30165"/>
                      </a:cubicBezTo>
                      <a:cubicBezTo>
                        <a:pt x="173584" y="27640"/>
                        <a:pt x="172560" y="25320"/>
                        <a:pt x="170888" y="23648"/>
                      </a:cubicBezTo>
                      <a:cubicBezTo>
                        <a:pt x="169216" y="21976"/>
                        <a:pt x="166896" y="20918"/>
                        <a:pt x="164337" y="20918"/>
                      </a:cubicBezTo>
                      <a:lnTo>
                        <a:pt x="159252" y="20918"/>
                      </a:lnTo>
                      <a:lnTo>
                        <a:pt x="159252" y="17813"/>
                      </a:lnTo>
                      <a:cubicBezTo>
                        <a:pt x="159252" y="16073"/>
                        <a:pt x="157819" y="14605"/>
                        <a:pt x="156045" y="14605"/>
                      </a:cubicBezTo>
                      <a:close/>
                      <a:moveTo>
                        <a:pt x="63230" y="1"/>
                      </a:moveTo>
                      <a:cubicBezTo>
                        <a:pt x="51799" y="1"/>
                        <a:pt x="41426" y="4641"/>
                        <a:pt x="33953" y="12114"/>
                      </a:cubicBezTo>
                      <a:cubicBezTo>
                        <a:pt x="26446" y="19621"/>
                        <a:pt x="21805" y="29961"/>
                        <a:pt x="21805" y="41392"/>
                      </a:cubicBezTo>
                      <a:cubicBezTo>
                        <a:pt x="21805" y="52857"/>
                        <a:pt x="26446" y="63197"/>
                        <a:pt x="33953" y="70704"/>
                      </a:cubicBezTo>
                      <a:cubicBezTo>
                        <a:pt x="40743" y="77494"/>
                        <a:pt x="49888" y="81930"/>
                        <a:pt x="60023" y="82715"/>
                      </a:cubicBezTo>
                      <a:lnTo>
                        <a:pt x="60023" y="94010"/>
                      </a:lnTo>
                      <a:lnTo>
                        <a:pt x="55826" y="89813"/>
                      </a:lnTo>
                      <a:cubicBezTo>
                        <a:pt x="55194" y="89181"/>
                        <a:pt x="54375" y="88866"/>
                        <a:pt x="53561" y="88866"/>
                      </a:cubicBezTo>
                      <a:cubicBezTo>
                        <a:pt x="52746" y="88866"/>
                        <a:pt x="51936" y="89181"/>
                        <a:pt x="51321" y="89813"/>
                      </a:cubicBezTo>
                      <a:cubicBezTo>
                        <a:pt x="50059" y="91041"/>
                        <a:pt x="50059" y="93088"/>
                        <a:pt x="51321" y="94317"/>
                      </a:cubicBezTo>
                      <a:lnTo>
                        <a:pt x="60978" y="103974"/>
                      </a:lnTo>
                      <a:cubicBezTo>
                        <a:pt x="61592" y="104605"/>
                        <a:pt x="62403" y="104921"/>
                        <a:pt x="63217" y="104921"/>
                      </a:cubicBezTo>
                      <a:cubicBezTo>
                        <a:pt x="64032" y="104921"/>
                        <a:pt x="64851" y="104605"/>
                        <a:pt x="65482" y="103974"/>
                      </a:cubicBezTo>
                      <a:lnTo>
                        <a:pt x="75139" y="94317"/>
                      </a:lnTo>
                      <a:cubicBezTo>
                        <a:pt x="76402" y="93088"/>
                        <a:pt x="76402" y="91041"/>
                        <a:pt x="75139" y="89813"/>
                      </a:cubicBezTo>
                      <a:cubicBezTo>
                        <a:pt x="74525" y="89181"/>
                        <a:pt x="73706" y="88866"/>
                        <a:pt x="72887" y="88866"/>
                      </a:cubicBezTo>
                      <a:cubicBezTo>
                        <a:pt x="72068" y="88866"/>
                        <a:pt x="71249" y="89181"/>
                        <a:pt x="70635" y="89813"/>
                      </a:cubicBezTo>
                      <a:lnTo>
                        <a:pt x="66438" y="94010"/>
                      </a:lnTo>
                      <a:lnTo>
                        <a:pt x="66438" y="82715"/>
                      </a:lnTo>
                      <a:cubicBezTo>
                        <a:pt x="75173" y="82033"/>
                        <a:pt x="83192" y="78620"/>
                        <a:pt x="89573" y="73331"/>
                      </a:cubicBezTo>
                      <a:cubicBezTo>
                        <a:pt x="96876" y="67326"/>
                        <a:pt x="102062" y="58863"/>
                        <a:pt x="103905" y="49240"/>
                      </a:cubicBezTo>
                      <a:cubicBezTo>
                        <a:pt x="104246" y="47466"/>
                        <a:pt x="103086" y="45828"/>
                        <a:pt x="101380" y="45487"/>
                      </a:cubicBezTo>
                      <a:cubicBezTo>
                        <a:pt x="101170" y="45446"/>
                        <a:pt x="100961" y="45426"/>
                        <a:pt x="100756" y="45426"/>
                      </a:cubicBezTo>
                      <a:cubicBezTo>
                        <a:pt x="99256" y="45426"/>
                        <a:pt x="97926" y="46481"/>
                        <a:pt x="97626" y="48012"/>
                      </a:cubicBezTo>
                      <a:cubicBezTo>
                        <a:pt x="96057" y="56167"/>
                        <a:pt x="91655" y="63333"/>
                        <a:pt x="85513" y="68417"/>
                      </a:cubicBezTo>
                      <a:cubicBezTo>
                        <a:pt x="79473" y="73434"/>
                        <a:pt x="71693" y="76436"/>
                        <a:pt x="63230" y="76436"/>
                      </a:cubicBezTo>
                      <a:cubicBezTo>
                        <a:pt x="53573" y="76436"/>
                        <a:pt x="44804" y="72512"/>
                        <a:pt x="38457" y="66165"/>
                      </a:cubicBezTo>
                      <a:cubicBezTo>
                        <a:pt x="32144" y="59818"/>
                        <a:pt x="28186" y="51083"/>
                        <a:pt x="28186" y="41392"/>
                      </a:cubicBezTo>
                      <a:cubicBezTo>
                        <a:pt x="28186" y="31735"/>
                        <a:pt x="32144" y="23000"/>
                        <a:pt x="38457" y="16653"/>
                      </a:cubicBezTo>
                      <a:cubicBezTo>
                        <a:pt x="44804" y="10306"/>
                        <a:pt x="53573" y="6382"/>
                        <a:pt x="63230" y="6382"/>
                      </a:cubicBezTo>
                      <a:cubicBezTo>
                        <a:pt x="71693" y="6382"/>
                        <a:pt x="79473" y="9384"/>
                        <a:pt x="85513" y="14401"/>
                      </a:cubicBezTo>
                      <a:cubicBezTo>
                        <a:pt x="91655" y="19485"/>
                        <a:pt x="96057" y="26651"/>
                        <a:pt x="97626" y="34772"/>
                      </a:cubicBezTo>
                      <a:cubicBezTo>
                        <a:pt x="97926" y="36333"/>
                        <a:pt x="99256" y="37392"/>
                        <a:pt x="100757" y="37392"/>
                      </a:cubicBezTo>
                      <a:cubicBezTo>
                        <a:pt x="100962" y="37392"/>
                        <a:pt x="101170" y="37372"/>
                        <a:pt x="101380" y="37331"/>
                      </a:cubicBezTo>
                      <a:cubicBezTo>
                        <a:pt x="103086" y="36990"/>
                        <a:pt x="104246" y="35318"/>
                        <a:pt x="103905" y="33578"/>
                      </a:cubicBezTo>
                      <a:cubicBezTo>
                        <a:pt x="102062" y="23955"/>
                        <a:pt x="96876" y="15493"/>
                        <a:pt x="89573" y="9453"/>
                      </a:cubicBezTo>
                      <a:cubicBezTo>
                        <a:pt x="82407" y="3549"/>
                        <a:pt x="73228" y="1"/>
                        <a:pt x="63230" y="1"/>
                      </a:cubicBezTo>
                      <a:close/>
                      <a:moveTo>
                        <a:pt x="156045" y="1"/>
                      </a:moveTo>
                      <a:cubicBezTo>
                        <a:pt x="144614" y="1"/>
                        <a:pt x="134240" y="4641"/>
                        <a:pt x="126767" y="12114"/>
                      </a:cubicBezTo>
                      <a:cubicBezTo>
                        <a:pt x="119260" y="19621"/>
                        <a:pt x="114619" y="29961"/>
                        <a:pt x="114619" y="41392"/>
                      </a:cubicBezTo>
                      <a:cubicBezTo>
                        <a:pt x="114619" y="52857"/>
                        <a:pt x="119260" y="63197"/>
                        <a:pt x="126767" y="70704"/>
                      </a:cubicBezTo>
                      <a:cubicBezTo>
                        <a:pt x="133558" y="77494"/>
                        <a:pt x="142703" y="81930"/>
                        <a:pt x="152837" y="82715"/>
                      </a:cubicBezTo>
                      <a:lnTo>
                        <a:pt x="152837" y="94010"/>
                      </a:lnTo>
                      <a:lnTo>
                        <a:pt x="148640" y="89813"/>
                      </a:lnTo>
                      <a:cubicBezTo>
                        <a:pt x="148026" y="89181"/>
                        <a:pt x="147207" y="88866"/>
                        <a:pt x="146388" y="88866"/>
                      </a:cubicBezTo>
                      <a:cubicBezTo>
                        <a:pt x="145569" y="88866"/>
                        <a:pt x="144750" y="89181"/>
                        <a:pt x="144136" y="89813"/>
                      </a:cubicBezTo>
                      <a:cubicBezTo>
                        <a:pt x="142873" y="91041"/>
                        <a:pt x="142873" y="93088"/>
                        <a:pt x="144136" y="94317"/>
                      </a:cubicBezTo>
                      <a:lnTo>
                        <a:pt x="153793" y="103974"/>
                      </a:lnTo>
                      <a:cubicBezTo>
                        <a:pt x="154424" y="104605"/>
                        <a:pt x="155243" y="104921"/>
                        <a:pt x="156062" y="104921"/>
                      </a:cubicBezTo>
                      <a:cubicBezTo>
                        <a:pt x="156881" y="104921"/>
                        <a:pt x="157700" y="104605"/>
                        <a:pt x="158331" y="103974"/>
                      </a:cubicBezTo>
                      <a:lnTo>
                        <a:pt x="167988" y="94317"/>
                      </a:lnTo>
                      <a:cubicBezTo>
                        <a:pt x="169216" y="93088"/>
                        <a:pt x="169216" y="91041"/>
                        <a:pt x="167988" y="89813"/>
                      </a:cubicBezTo>
                      <a:cubicBezTo>
                        <a:pt x="167357" y="89181"/>
                        <a:pt x="166538" y="88866"/>
                        <a:pt x="165719" y="88866"/>
                      </a:cubicBezTo>
                      <a:cubicBezTo>
                        <a:pt x="164900" y="88866"/>
                        <a:pt x="164081" y="89181"/>
                        <a:pt x="163449" y="89813"/>
                      </a:cubicBezTo>
                      <a:lnTo>
                        <a:pt x="159252" y="94010"/>
                      </a:lnTo>
                      <a:lnTo>
                        <a:pt x="159252" y="82715"/>
                      </a:lnTo>
                      <a:cubicBezTo>
                        <a:pt x="168022" y="82033"/>
                        <a:pt x="176007" y="78620"/>
                        <a:pt x="182388" y="73331"/>
                      </a:cubicBezTo>
                      <a:cubicBezTo>
                        <a:pt x="189690" y="67326"/>
                        <a:pt x="194877" y="58863"/>
                        <a:pt x="196719" y="49240"/>
                      </a:cubicBezTo>
                      <a:cubicBezTo>
                        <a:pt x="197061" y="47466"/>
                        <a:pt x="195935" y="45828"/>
                        <a:pt x="194194" y="45487"/>
                      </a:cubicBezTo>
                      <a:cubicBezTo>
                        <a:pt x="193985" y="45446"/>
                        <a:pt x="193776" y="45426"/>
                        <a:pt x="193570" y="45426"/>
                      </a:cubicBezTo>
                      <a:cubicBezTo>
                        <a:pt x="192070" y="45426"/>
                        <a:pt x="190741" y="46481"/>
                        <a:pt x="190441" y="48012"/>
                      </a:cubicBezTo>
                      <a:cubicBezTo>
                        <a:pt x="188905" y="56167"/>
                        <a:pt x="184503" y="63333"/>
                        <a:pt x="178327" y="68417"/>
                      </a:cubicBezTo>
                      <a:cubicBezTo>
                        <a:pt x="172287" y="73434"/>
                        <a:pt x="164507" y="76436"/>
                        <a:pt x="156045" y="76436"/>
                      </a:cubicBezTo>
                      <a:cubicBezTo>
                        <a:pt x="146388" y="76436"/>
                        <a:pt x="137618" y="72512"/>
                        <a:pt x="131306" y="66165"/>
                      </a:cubicBezTo>
                      <a:cubicBezTo>
                        <a:pt x="124959" y="59818"/>
                        <a:pt x="121035" y="51083"/>
                        <a:pt x="121035" y="41392"/>
                      </a:cubicBezTo>
                      <a:cubicBezTo>
                        <a:pt x="121035" y="31735"/>
                        <a:pt x="124959" y="23000"/>
                        <a:pt x="131306" y="16653"/>
                      </a:cubicBezTo>
                      <a:cubicBezTo>
                        <a:pt x="137618" y="10306"/>
                        <a:pt x="146388" y="6382"/>
                        <a:pt x="156045" y="6382"/>
                      </a:cubicBezTo>
                      <a:cubicBezTo>
                        <a:pt x="164507" y="6382"/>
                        <a:pt x="172287" y="9384"/>
                        <a:pt x="178327" y="14401"/>
                      </a:cubicBezTo>
                      <a:cubicBezTo>
                        <a:pt x="184503" y="19485"/>
                        <a:pt x="188905" y="26651"/>
                        <a:pt x="190441" y="34772"/>
                      </a:cubicBezTo>
                      <a:cubicBezTo>
                        <a:pt x="190741" y="36333"/>
                        <a:pt x="192071" y="37392"/>
                        <a:pt x="193571" y="37392"/>
                      </a:cubicBezTo>
                      <a:cubicBezTo>
                        <a:pt x="193776" y="37392"/>
                        <a:pt x="193985" y="37372"/>
                        <a:pt x="194194" y="37331"/>
                      </a:cubicBezTo>
                      <a:cubicBezTo>
                        <a:pt x="195935" y="36990"/>
                        <a:pt x="197061" y="35318"/>
                        <a:pt x="196719" y="33578"/>
                      </a:cubicBezTo>
                      <a:cubicBezTo>
                        <a:pt x="194877" y="23955"/>
                        <a:pt x="189690" y="15493"/>
                        <a:pt x="182388" y="9453"/>
                      </a:cubicBezTo>
                      <a:cubicBezTo>
                        <a:pt x="175256" y="3549"/>
                        <a:pt x="166043" y="1"/>
                        <a:pt x="156045" y="1"/>
                      </a:cubicBezTo>
                      <a:close/>
                      <a:moveTo>
                        <a:pt x="109638" y="96535"/>
                      </a:moveTo>
                      <a:cubicBezTo>
                        <a:pt x="116326" y="96535"/>
                        <a:pt x="122570" y="98378"/>
                        <a:pt x="127893" y="101653"/>
                      </a:cubicBezTo>
                      <a:cubicBezTo>
                        <a:pt x="131852" y="104042"/>
                        <a:pt x="135264" y="107215"/>
                        <a:pt x="137994" y="110935"/>
                      </a:cubicBezTo>
                      <a:lnTo>
                        <a:pt x="81281" y="110935"/>
                      </a:lnTo>
                      <a:cubicBezTo>
                        <a:pt x="84011" y="107215"/>
                        <a:pt x="87423" y="104042"/>
                        <a:pt x="91382" y="101653"/>
                      </a:cubicBezTo>
                      <a:cubicBezTo>
                        <a:pt x="96671" y="98378"/>
                        <a:pt x="102949" y="96535"/>
                        <a:pt x="109638" y="96535"/>
                      </a:cubicBezTo>
                      <a:close/>
                      <a:moveTo>
                        <a:pt x="21805" y="127723"/>
                      </a:moveTo>
                      <a:lnTo>
                        <a:pt x="21805" y="153759"/>
                      </a:lnTo>
                      <a:lnTo>
                        <a:pt x="8804" y="153759"/>
                      </a:lnTo>
                      <a:lnTo>
                        <a:pt x="21805" y="127723"/>
                      </a:lnTo>
                      <a:close/>
                      <a:moveTo>
                        <a:pt x="47568" y="153759"/>
                      </a:moveTo>
                      <a:cubicBezTo>
                        <a:pt x="45793" y="153759"/>
                        <a:pt x="44360" y="155193"/>
                        <a:pt x="44360" y="156967"/>
                      </a:cubicBezTo>
                      <a:cubicBezTo>
                        <a:pt x="44360" y="158741"/>
                        <a:pt x="45793" y="160174"/>
                        <a:pt x="47568" y="160174"/>
                      </a:cubicBezTo>
                      <a:lnTo>
                        <a:pt x="75446" y="160174"/>
                      </a:lnTo>
                      <a:cubicBezTo>
                        <a:pt x="77221" y="160174"/>
                        <a:pt x="78654" y="158741"/>
                        <a:pt x="78654" y="156967"/>
                      </a:cubicBezTo>
                      <a:cubicBezTo>
                        <a:pt x="78654" y="155193"/>
                        <a:pt x="77221" y="153759"/>
                        <a:pt x="75446" y="153759"/>
                      </a:cubicBezTo>
                      <a:close/>
                      <a:moveTo>
                        <a:pt x="47568" y="169729"/>
                      </a:moveTo>
                      <a:cubicBezTo>
                        <a:pt x="45793" y="169729"/>
                        <a:pt x="44360" y="171196"/>
                        <a:pt x="44360" y="172937"/>
                      </a:cubicBezTo>
                      <a:cubicBezTo>
                        <a:pt x="44360" y="174711"/>
                        <a:pt x="45793" y="176144"/>
                        <a:pt x="47568" y="176144"/>
                      </a:cubicBezTo>
                      <a:lnTo>
                        <a:pt x="75446" y="176144"/>
                      </a:lnTo>
                      <a:cubicBezTo>
                        <a:pt x="77221" y="176144"/>
                        <a:pt x="78654" y="174711"/>
                        <a:pt x="78654" y="172937"/>
                      </a:cubicBezTo>
                      <a:cubicBezTo>
                        <a:pt x="78654" y="171196"/>
                        <a:pt x="77221" y="169729"/>
                        <a:pt x="75446" y="169729"/>
                      </a:cubicBezTo>
                      <a:close/>
                      <a:moveTo>
                        <a:pt x="148435" y="175564"/>
                      </a:moveTo>
                      <a:lnTo>
                        <a:pt x="148435" y="188053"/>
                      </a:lnTo>
                      <a:lnTo>
                        <a:pt x="122570" y="188053"/>
                      </a:lnTo>
                      <a:lnTo>
                        <a:pt x="122570" y="175564"/>
                      </a:lnTo>
                      <a:close/>
                      <a:moveTo>
                        <a:pt x="47568" y="185733"/>
                      </a:moveTo>
                      <a:cubicBezTo>
                        <a:pt x="45793" y="185733"/>
                        <a:pt x="44360" y="187166"/>
                        <a:pt x="44360" y="188940"/>
                      </a:cubicBezTo>
                      <a:cubicBezTo>
                        <a:pt x="44360" y="190715"/>
                        <a:pt x="45793" y="192148"/>
                        <a:pt x="47568" y="192148"/>
                      </a:cubicBezTo>
                      <a:lnTo>
                        <a:pt x="61524" y="192148"/>
                      </a:lnTo>
                      <a:cubicBezTo>
                        <a:pt x="63264" y="192148"/>
                        <a:pt x="64698" y="190715"/>
                        <a:pt x="64698" y="188940"/>
                      </a:cubicBezTo>
                      <a:cubicBezTo>
                        <a:pt x="64698" y="187166"/>
                        <a:pt x="63264" y="185733"/>
                        <a:pt x="61524" y="185733"/>
                      </a:cubicBezTo>
                      <a:close/>
                      <a:moveTo>
                        <a:pt x="119397" y="169183"/>
                      </a:moveTo>
                      <a:cubicBezTo>
                        <a:pt x="117622" y="169183"/>
                        <a:pt x="116189" y="170616"/>
                        <a:pt x="116189" y="172356"/>
                      </a:cubicBezTo>
                      <a:lnTo>
                        <a:pt x="116189" y="191261"/>
                      </a:lnTo>
                      <a:cubicBezTo>
                        <a:pt x="116189" y="193035"/>
                        <a:pt x="117622" y="194468"/>
                        <a:pt x="119397" y="194468"/>
                      </a:cubicBezTo>
                      <a:lnTo>
                        <a:pt x="151643" y="194468"/>
                      </a:lnTo>
                      <a:cubicBezTo>
                        <a:pt x="153383" y="194468"/>
                        <a:pt x="154850" y="193035"/>
                        <a:pt x="154850" y="191261"/>
                      </a:cubicBezTo>
                      <a:lnTo>
                        <a:pt x="154850" y="172356"/>
                      </a:lnTo>
                      <a:cubicBezTo>
                        <a:pt x="154850" y="170616"/>
                        <a:pt x="153383" y="169183"/>
                        <a:pt x="151643" y="169183"/>
                      </a:cubicBezTo>
                      <a:close/>
                      <a:moveTo>
                        <a:pt x="94828" y="117350"/>
                      </a:moveTo>
                      <a:lnTo>
                        <a:pt x="94828" y="202555"/>
                      </a:lnTo>
                      <a:lnTo>
                        <a:pt x="28186" y="202555"/>
                      </a:lnTo>
                      <a:lnTo>
                        <a:pt x="28186" y="117350"/>
                      </a:lnTo>
                      <a:close/>
                      <a:moveTo>
                        <a:pt x="192283" y="117350"/>
                      </a:moveTo>
                      <a:lnTo>
                        <a:pt x="210471" y="153759"/>
                      </a:lnTo>
                      <a:lnTo>
                        <a:pt x="159764" y="153759"/>
                      </a:lnTo>
                      <a:cubicBezTo>
                        <a:pt x="157990" y="153759"/>
                        <a:pt x="156557" y="155193"/>
                        <a:pt x="156557" y="156967"/>
                      </a:cubicBezTo>
                      <a:cubicBezTo>
                        <a:pt x="156557" y="158741"/>
                        <a:pt x="157990" y="160174"/>
                        <a:pt x="159764" y="160174"/>
                      </a:cubicBezTo>
                      <a:lnTo>
                        <a:pt x="191089" y="160174"/>
                      </a:lnTo>
                      <a:lnTo>
                        <a:pt x="191089" y="202555"/>
                      </a:lnTo>
                      <a:lnTo>
                        <a:pt x="101209" y="202555"/>
                      </a:lnTo>
                      <a:lnTo>
                        <a:pt x="101209" y="127723"/>
                      </a:lnTo>
                      <a:lnTo>
                        <a:pt x="116462" y="158264"/>
                      </a:lnTo>
                      <a:cubicBezTo>
                        <a:pt x="116940" y="159390"/>
                        <a:pt x="118066" y="160174"/>
                        <a:pt x="119397" y="160174"/>
                      </a:cubicBezTo>
                      <a:lnTo>
                        <a:pt x="145262" y="160174"/>
                      </a:lnTo>
                      <a:cubicBezTo>
                        <a:pt x="147036" y="160174"/>
                        <a:pt x="148469" y="158741"/>
                        <a:pt x="148469" y="156967"/>
                      </a:cubicBezTo>
                      <a:cubicBezTo>
                        <a:pt x="148469" y="155193"/>
                        <a:pt x="147036" y="153759"/>
                        <a:pt x="145262" y="153759"/>
                      </a:cubicBezTo>
                      <a:lnTo>
                        <a:pt x="121342" y="153759"/>
                      </a:lnTo>
                      <a:lnTo>
                        <a:pt x="103188" y="117350"/>
                      </a:lnTo>
                      <a:close/>
                      <a:moveTo>
                        <a:pt x="109638" y="90120"/>
                      </a:moveTo>
                      <a:cubicBezTo>
                        <a:pt x="101755" y="90120"/>
                        <a:pt x="94350" y="92338"/>
                        <a:pt x="88072" y="96194"/>
                      </a:cubicBezTo>
                      <a:cubicBezTo>
                        <a:pt x="82134" y="99811"/>
                        <a:pt x="77187" y="104895"/>
                        <a:pt x="73706" y="110935"/>
                      </a:cubicBezTo>
                      <a:lnTo>
                        <a:pt x="25013" y="110935"/>
                      </a:lnTo>
                      <a:cubicBezTo>
                        <a:pt x="23545" y="110935"/>
                        <a:pt x="22624" y="111754"/>
                        <a:pt x="22010" y="112982"/>
                      </a:cubicBezTo>
                      <a:lnTo>
                        <a:pt x="785" y="155534"/>
                      </a:lnTo>
                      <a:cubicBezTo>
                        <a:pt x="0" y="157138"/>
                        <a:pt x="649" y="159048"/>
                        <a:pt x="2218" y="159833"/>
                      </a:cubicBezTo>
                      <a:cubicBezTo>
                        <a:pt x="2696" y="160038"/>
                        <a:pt x="3174" y="160174"/>
                        <a:pt x="3652" y="160174"/>
                      </a:cubicBezTo>
                      <a:lnTo>
                        <a:pt x="21805" y="160174"/>
                      </a:lnTo>
                      <a:lnTo>
                        <a:pt x="21805" y="205763"/>
                      </a:lnTo>
                      <a:cubicBezTo>
                        <a:pt x="21805" y="207537"/>
                        <a:pt x="23238" y="208971"/>
                        <a:pt x="25013" y="208971"/>
                      </a:cubicBezTo>
                      <a:lnTo>
                        <a:pt x="194263" y="208971"/>
                      </a:lnTo>
                      <a:cubicBezTo>
                        <a:pt x="196037" y="208971"/>
                        <a:pt x="197470" y="207537"/>
                        <a:pt x="197470" y="205763"/>
                      </a:cubicBezTo>
                      <a:lnTo>
                        <a:pt x="197470" y="160174"/>
                      </a:lnTo>
                      <a:lnTo>
                        <a:pt x="215658" y="160174"/>
                      </a:lnTo>
                      <a:cubicBezTo>
                        <a:pt x="216135" y="160174"/>
                        <a:pt x="216613" y="160038"/>
                        <a:pt x="217057" y="159833"/>
                      </a:cubicBezTo>
                      <a:cubicBezTo>
                        <a:pt x="218626" y="159048"/>
                        <a:pt x="219275" y="157138"/>
                        <a:pt x="218490" y="155534"/>
                      </a:cubicBezTo>
                      <a:lnTo>
                        <a:pt x="197197" y="112846"/>
                      </a:lnTo>
                      <a:cubicBezTo>
                        <a:pt x="196685" y="111720"/>
                        <a:pt x="195559" y="110935"/>
                        <a:pt x="194263" y="110935"/>
                      </a:cubicBezTo>
                      <a:lnTo>
                        <a:pt x="145569" y="110935"/>
                      </a:lnTo>
                      <a:cubicBezTo>
                        <a:pt x="142088" y="104895"/>
                        <a:pt x="137141" y="99811"/>
                        <a:pt x="131203" y="96194"/>
                      </a:cubicBezTo>
                      <a:cubicBezTo>
                        <a:pt x="124925" y="92338"/>
                        <a:pt x="117520" y="90120"/>
                        <a:pt x="109638" y="90120"/>
                      </a:cubicBezTo>
                      <a:close/>
                    </a:path>
                  </a:pathLst>
                </a:custGeom>
                <a:solidFill>
                  <a:srgbClr val="775EF5"/>
                </a:solidFill>
                <a:ln>
                  <a:noFill/>
                </a:ln>
                <a:effectLst>
                  <a:outerShdw blurRad="28575" algn="bl" rotWithShape="0">
                    <a:srgbClr val="DFDEFF">
                      <a:alpha val="50000"/>
                    </a:srgbClr>
                  </a:outerShdw>
                </a:effectLst>
              </p:spPr>
              <p:txBody>
                <a:bodyPr spcFirstLastPara="1" wrap="square" lIns="132058" tIns="132058" rIns="132058" bIns="132058" anchor="ctr" anchorCtr="0">
                  <a:noAutofit/>
                </a:bodyPr>
                <a:lstStyle/>
                <a:p>
                  <a:pPr defTabSz="495285">
                    <a:defRPr/>
                  </a:pPr>
                  <a:endParaRPr sz="2600">
                    <a:solidFill>
                      <a:prstClr val="black"/>
                    </a:solidFill>
                    <a:latin typeface="Maiandra GD" panose="020E0502030308020204" pitchFamily="34" charset="0"/>
                  </a:endParaRPr>
                </a:p>
              </p:txBody>
            </p:sp>
          </p:grpSp>
        </p:grpSp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87A950D9-BE3D-4AF1-823B-FDEE39826AF2}"/>
                </a:ext>
              </a:extLst>
            </p:cNvPr>
            <p:cNvGrpSpPr/>
            <p:nvPr/>
          </p:nvGrpSpPr>
          <p:grpSpPr>
            <a:xfrm>
              <a:off x="4381276" y="5579107"/>
              <a:ext cx="1257523" cy="1093487"/>
              <a:chOff x="1184202" y="2577053"/>
              <a:chExt cx="1471396" cy="1093487"/>
            </a:xfrm>
          </p:grpSpPr>
          <p:sp>
            <p:nvSpPr>
              <p:cNvPr id="275" name="Google Shape;1426;p56">
                <a:extLst>
                  <a:ext uri="{FF2B5EF4-FFF2-40B4-BE49-F238E27FC236}">
                    <a16:creationId xmlns:a16="http://schemas.microsoft.com/office/drawing/2014/main" id="{C272D203-6051-49A9-8B1A-2EE3D85E5E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35534" y="2577053"/>
                <a:ext cx="1126132" cy="559600"/>
              </a:xfrm>
              <a:prstGeom prst="rect">
                <a:avLst/>
              </a:prstGeom>
            </p:spPr>
            <p:txBody>
              <a:bodyPr spcFirstLastPara="1" vert="horz" wrap="square" lIns="132058" tIns="132058" rIns="132058" bIns="132058" rtlCol="0" anchor="ctr" anchorCtr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 defTabSz="990570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r>
                  <a:rPr lang="en" sz="1300" b="1" dirty="0">
                    <a:solidFill>
                      <a:prstClr val="white">
                        <a:lumMod val="65000"/>
                      </a:prstClr>
                    </a:solidFill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Squada One"/>
                  </a:rPr>
                  <a:t>03</a:t>
                </a:r>
              </a:p>
            </p:txBody>
          </p:sp>
          <p:sp>
            <p:nvSpPr>
              <p:cNvPr id="276" name="Google Shape;1427;p56">
                <a:extLst>
                  <a:ext uri="{FF2B5EF4-FFF2-40B4-BE49-F238E27FC236}">
                    <a16:creationId xmlns:a16="http://schemas.microsoft.com/office/drawing/2014/main" id="{579AADBB-AD2D-475D-902A-E550E46F83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84202" y="2739740"/>
                <a:ext cx="1471396" cy="930800"/>
              </a:xfrm>
              <a:prstGeom prst="rect">
                <a:avLst/>
              </a:prstGeom>
            </p:spPr>
            <p:txBody>
              <a:bodyPr spcFirstLastPara="1" vert="horz" wrap="square" lIns="132058" tIns="132058" rIns="132058" bIns="132058" rtlCol="0" anchor="ctr" anchorCtr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 defTabSz="990570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r>
                  <a:rPr lang="en-US" sz="1083" b="1" dirty="0">
                    <a:solidFill>
                      <a:prstClr val="white"/>
                    </a:solidFill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Fundraising:</a:t>
                </a:r>
                <a:r>
                  <a:rPr lang="en-US" sz="1137" b="1" dirty="0">
                    <a:solidFill>
                      <a:prstClr val="white"/>
                    </a:solidFill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975" dirty="0">
                    <a:solidFill>
                      <a:prstClr val="white"/>
                    </a:solidFill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Private placement and ICO</a:t>
                </a:r>
              </a:p>
            </p:txBody>
          </p:sp>
        </p:grp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557B2092-0DDC-4FCE-9415-A87FC5092B04}"/>
                </a:ext>
              </a:extLst>
            </p:cNvPr>
            <p:cNvGrpSpPr/>
            <p:nvPr/>
          </p:nvGrpSpPr>
          <p:grpSpPr>
            <a:xfrm>
              <a:off x="3888136" y="5931067"/>
              <a:ext cx="587680" cy="276999"/>
              <a:chOff x="4010506" y="6388645"/>
              <a:chExt cx="587680" cy="276999"/>
            </a:xfrm>
          </p:grpSpPr>
          <p:grpSp>
            <p:nvGrpSpPr>
              <p:cNvPr id="270" name="Group 269">
                <a:extLst>
                  <a:ext uri="{FF2B5EF4-FFF2-40B4-BE49-F238E27FC236}">
                    <a16:creationId xmlns:a16="http://schemas.microsoft.com/office/drawing/2014/main" id="{15CF2B44-1EA4-484A-B469-9DEA76EE841B}"/>
                  </a:ext>
                </a:extLst>
              </p:cNvPr>
              <p:cNvGrpSpPr/>
              <p:nvPr/>
            </p:nvGrpSpPr>
            <p:grpSpPr>
              <a:xfrm>
                <a:off x="4010507" y="6403400"/>
                <a:ext cx="587679" cy="262243"/>
                <a:chOff x="4002539" y="6666039"/>
                <a:chExt cx="587679" cy="262243"/>
              </a:xfrm>
            </p:grpSpPr>
            <p:sp>
              <p:nvSpPr>
                <p:cNvPr id="272" name="Google Shape;1413;p56">
                  <a:extLst>
                    <a:ext uri="{FF2B5EF4-FFF2-40B4-BE49-F238E27FC236}">
                      <a16:creationId xmlns:a16="http://schemas.microsoft.com/office/drawing/2014/main" id="{1DEAE1A7-DB6B-4025-B063-5D5F39568ECE}"/>
                    </a:ext>
                  </a:extLst>
                </p:cNvPr>
                <p:cNvSpPr/>
                <p:nvPr/>
              </p:nvSpPr>
              <p:spPr>
                <a:xfrm rot="16200000" flipH="1">
                  <a:off x="4009063" y="6659515"/>
                  <a:ext cx="262243" cy="275292"/>
                </a:xfrm>
                <a:prstGeom prst="rect">
                  <a:avLst/>
                </a:prstGeom>
                <a:noFill/>
                <a:ln w="19050" cap="flat" cmpd="sng">
                  <a:solidFill>
                    <a:srgbClr val="775EF5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57150" algn="bl" rotWithShape="0">
                    <a:srgbClr val="DFDEFF">
                      <a:alpha val="50000"/>
                    </a:srgbClr>
                  </a:outerShdw>
                </a:effectLst>
              </p:spPr>
              <p:txBody>
                <a:bodyPr spcFirstLastPara="1" wrap="square" lIns="132058" tIns="132058" rIns="132058" bIns="132058" anchor="ctr" anchorCtr="0">
                  <a:noAutofit/>
                </a:bodyPr>
                <a:lstStyle/>
                <a:p>
                  <a:pPr defTabSz="495285">
                    <a:defRPr/>
                  </a:pPr>
                  <a:endParaRPr sz="2600" dirty="0">
                    <a:solidFill>
                      <a:prstClr val="black"/>
                    </a:solidFill>
                    <a:latin typeface="Maiandra GD" panose="020E0502030308020204" pitchFamily="34" charset="0"/>
                  </a:endParaRPr>
                </a:p>
              </p:txBody>
            </p:sp>
            <p:cxnSp>
              <p:nvCxnSpPr>
                <p:cNvPr id="273" name="Google Shape;1418;p56">
                  <a:extLst>
                    <a:ext uri="{FF2B5EF4-FFF2-40B4-BE49-F238E27FC236}">
                      <a16:creationId xmlns:a16="http://schemas.microsoft.com/office/drawing/2014/main" id="{A6670057-622A-4585-BB2E-0DE1E98F61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84945" y="6797161"/>
                  <a:ext cx="275291" cy="1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775EF5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7150" algn="bl" rotWithShape="0">
                    <a:srgbClr val="DFDEFF">
                      <a:alpha val="50000"/>
                    </a:srgbClr>
                  </a:outerShdw>
                </a:effectLst>
              </p:spPr>
            </p:cxnSp>
            <p:sp>
              <p:nvSpPr>
                <p:cNvPr id="274" name="Google Shape;1419;p56">
                  <a:extLst>
                    <a:ext uri="{FF2B5EF4-FFF2-40B4-BE49-F238E27FC236}">
                      <a16:creationId xmlns:a16="http://schemas.microsoft.com/office/drawing/2014/main" id="{C01ECAC9-8EBE-4884-9FFE-33C7721834F8}"/>
                    </a:ext>
                  </a:extLst>
                </p:cNvPr>
                <p:cNvSpPr/>
                <p:nvPr/>
              </p:nvSpPr>
              <p:spPr>
                <a:xfrm rot="16200000" flipH="1">
                  <a:off x="4520155" y="6767180"/>
                  <a:ext cx="80163" cy="59963"/>
                </a:xfrm>
                <a:prstGeom prst="rect">
                  <a:avLst/>
                </a:prstGeom>
                <a:solidFill>
                  <a:srgbClr val="775EF5"/>
                </a:solidFill>
                <a:ln w="19050" cap="flat" cmpd="sng">
                  <a:solidFill>
                    <a:srgbClr val="775EF5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57150" algn="bl" rotWithShape="0">
                    <a:srgbClr val="DFDEFF">
                      <a:alpha val="50000"/>
                    </a:srgbClr>
                  </a:outerShdw>
                </a:effectLst>
              </p:spPr>
              <p:txBody>
                <a:bodyPr spcFirstLastPara="1" wrap="square" lIns="132058" tIns="132058" rIns="132058" bIns="132058" anchor="ctr" anchorCtr="0">
                  <a:noAutofit/>
                </a:bodyPr>
                <a:lstStyle/>
                <a:p>
                  <a:pPr defTabSz="495285">
                    <a:defRPr/>
                  </a:pPr>
                  <a:endParaRPr sz="2600">
                    <a:solidFill>
                      <a:prstClr val="black"/>
                    </a:solidFill>
                    <a:latin typeface="Maiandra GD" panose="020E0502030308020204" pitchFamily="34" charset="0"/>
                  </a:endParaRPr>
                </a:p>
              </p:txBody>
            </p:sp>
          </p:grpSp>
          <p:sp>
            <p:nvSpPr>
              <p:cNvPr id="271" name="Google Shape;1435;p56">
                <a:extLst>
                  <a:ext uri="{FF2B5EF4-FFF2-40B4-BE49-F238E27FC236}">
                    <a16:creationId xmlns:a16="http://schemas.microsoft.com/office/drawing/2014/main" id="{7E9A21E9-51DB-479E-BB17-F4FDAACE345C}"/>
                  </a:ext>
                </a:extLst>
              </p:cNvPr>
              <p:cNvSpPr/>
              <p:nvPr/>
            </p:nvSpPr>
            <p:spPr>
              <a:xfrm>
                <a:off x="4010506" y="6388645"/>
                <a:ext cx="285230" cy="276999"/>
              </a:xfrm>
              <a:custGeom>
                <a:avLst/>
                <a:gdLst/>
                <a:ahLst/>
                <a:cxnLst/>
                <a:rect l="l" t="t" r="r" b="b"/>
                <a:pathLst>
                  <a:path w="227155" h="207883" extrusionOk="0">
                    <a:moveTo>
                      <a:pt x="84295" y="6638"/>
                    </a:moveTo>
                    <a:lnTo>
                      <a:pt x="84295" y="14482"/>
                    </a:lnTo>
                    <a:cubicBezTo>
                      <a:pt x="84295" y="15333"/>
                      <a:pt x="83941" y="16150"/>
                      <a:pt x="83373" y="16718"/>
                    </a:cubicBezTo>
                    <a:cubicBezTo>
                      <a:pt x="82769" y="17321"/>
                      <a:pt x="81988" y="17676"/>
                      <a:pt x="81101" y="17676"/>
                    </a:cubicBezTo>
                    <a:lnTo>
                      <a:pt x="47880" y="17676"/>
                    </a:lnTo>
                    <a:cubicBezTo>
                      <a:pt x="47028" y="17676"/>
                      <a:pt x="46212" y="17321"/>
                      <a:pt x="45644" y="16718"/>
                    </a:cubicBezTo>
                    <a:cubicBezTo>
                      <a:pt x="45040" y="16150"/>
                      <a:pt x="44685" y="15333"/>
                      <a:pt x="44685" y="14482"/>
                    </a:cubicBezTo>
                    <a:lnTo>
                      <a:pt x="44685" y="6638"/>
                    </a:lnTo>
                    <a:close/>
                    <a:moveTo>
                      <a:pt x="182469" y="6638"/>
                    </a:moveTo>
                    <a:lnTo>
                      <a:pt x="182469" y="14482"/>
                    </a:lnTo>
                    <a:cubicBezTo>
                      <a:pt x="182469" y="15333"/>
                      <a:pt x="182114" y="16150"/>
                      <a:pt x="181546" y="16718"/>
                    </a:cubicBezTo>
                    <a:cubicBezTo>
                      <a:pt x="180943" y="17321"/>
                      <a:pt x="180162" y="17676"/>
                      <a:pt x="179274" y="17676"/>
                    </a:cubicBezTo>
                    <a:lnTo>
                      <a:pt x="146053" y="17676"/>
                    </a:lnTo>
                    <a:cubicBezTo>
                      <a:pt x="145166" y="17676"/>
                      <a:pt x="144385" y="17321"/>
                      <a:pt x="143782" y="16718"/>
                    </a:cubicBezTo>
                    <a:cubicBezTo>
                      <a:pt x="143214" y="16150"/>
                      <a:pt x="142859" y="15333"/>
                      <a:pt x="142859" y="14482"/>
                    </a:cubicBezTo>
                    <a:lnTo>
                      <a:pt x="142859" y="6638"/>
                    </a:lnTo>
                    <a:close/>
                    <a:moveTo>
                      <a:pt x="171785" y="74003"/>
                    </a:moveTo>
                    <a:cubicBezTo>
                      <a:pt x="173986" y="74003"/>
                      <a:pt x="175974" y="74748"/>
                      <a:pt x="177393" y="75991"/>
                    </a:cubicBezTo>
                    <a:cubicBezTo>
                      <a:pt x="178671" y="77162"/>
                      <a:pt x="179487" y="78688"/>
                      <a:pt x="179487" y="80356"/>
                    </a:cubicBezTo>
                    <a:cubicBezTo>
                      <a:pt x="179487" y="82025"/>
                      <a:pt x="178671" y="83586"/>
                      <a:pt x="177393" y="84722"/>
                    </a:cubicBezTo>
                    <a:cubicBezTo>
                      <a:pt x="175974" y="85964"/>
                      <a:pt x="173986" y="86745"/>
                      <a:pt x="171785" y="86745"/>
                    </a:cubicBezTo>
                    <a:lnTo>
                      <a:pt x="152832" y="86745"/>
                    </a:lnTo>
                    <a:lnTo>
                      <a:pt x="152832" y="74003"/>
                    </a:lnTo>
                    <a:close/>
                    <a:moveTo>
                      <a:pt x="171785" y="93418"/>
                    </a:moveTo>
                    <a:cubicBezTo>
                      <a:pt x="173986" y="93418"/>
                      <a:pt x="175974" y="94163"/>
                      <a:pt x="177393" y="95405"/>
                    </a:cubicBezTo>
                    <a:cubicBezTo>
                      <a:pt x="178671" y="96577"/>
                      <a:pt x="179487" y="98138"/>
                      <a:pt x="179487" y="99771"/>
                    </a:cubicBezTo>
                    <a:cubicBezTo>
                      <a:pt x="179487" y="101475"/>
                      <a:pt x="178671" y="103001"/>
                      <a:pt x="177393" y="104137"/>
                    </a:cubicBezTo>
                    <a:cubicBezTo>
                      <a:pt x="175974" y="105379"/>
                      <a:pt x="173986" y="106160"/>
                      <a:pt x="171785" y="106160"/>
                    </a:cubicBezTo>
                    <a:lnTo>
                      <a:pt x="152832" y="106160"/>
                    </a:lnTo>
                    <a:lnTo>
                      <a:pt x="152832" y="93418"/>
                    </a:lnTo>
                    <a:close/>
                    <a:moveTo>
                      <a:pt x="64490" y="60338"/>
                    </a:moveTo>
                    <a:cubicBezTo>
                      <a:pt x="62645" y="60338"/>
                      <a:pt x="61154" y="61829"/>
                      <a:pt x="61154" y="63639"/>
                    </a:cubicBezTo>
                    <a:lnTo>
                      <a:pt x="61154" y="67401"/>
                    </a:lnTo>
                    <a:lnTo>
                      <a:pt x="55191" y="67401"/>
                    </a:lnTo>
                    <a:cubicBezTo>
                      <a:pt x="52423" y="67401"/>
                      <a:pt x="49903" y="68502"/>
                      <a:pt x="48057" y="70347"/>
                    </a:cubicBezTo>
                    <a:cubicBezTo>
                      <a:pt x="46247" y="72193"/>
                      <a:pt x="45111" y="74713"/>
                      <a:pt x="45111" y="77481"/>
                    </a:cubicBezTo>
                    <a:lnTo>
                      <a:pt x="45111" y="83515"/>
                    </a:lnTo>
                    <a:cubicBezTo>
                      <a:pt x="45111" y="86284"/>
                      <a:pt x="46247" y="88804"/>
                      <a:pt x="48057" y="90649"/>
                    </a:cubicBezTo>
                    <a:cubicBezTo>
                      <a:pt x="49903" y="92495"/>
                      <a:pt x="52423" y="93631"/>
                      <a:pt x="55191" y="93631"/>
                    </a:cubicBezTo>
                    <a:lnTo>
                      <a:pt x="73790" y="93631"/>
                    </a:lnTo>
                    <a:cubicBezTo>
                      <a:pt x="74748" y="93631"/>
                      <a:pt x="75600" y="94021"/>
                      <a:pt x="76239" y="94625"/>
                    </a:cubicBezTo>
                    <a:cubicBezTo>
                      <a:pt x="76842" y="95263"/>
                      <a:pt x="77232" y="96115"/>
                      <a:pt x="77232" y="97074"/>
                    </a:cubicBezTo>
                    <a:lnTo>
                      <a:pt x="77232" y="103072"/>
                    </a:lnTo>
                    <a:cubicBezTo>
                      <a:pt x="77232" y="104030"/>
                      <a:pt x="76842" y="104882"/>
                      <a:pt x="76239" y="105521"/>
                    </a:cubicBezTo>
                    <a:cubicBezTo>
                      <a:pt x="75600" y="106160"/>
                      <a:pt x="74748" y="106550"/>
                      <a:pt x="73790" y="106550"/>
                    </a:cubicBezTo>
                    <a:lnTo>
                      <a:pt x="55191" y="106550"/>
                    </a:lnTo>
                    <a:cubicBezTo>
                      <a:pt x="54269" y="106550"/>
                      <a:pt x="53417" y="106160"/>
                      <a:pt x="52778" y="105521"/>
                    </a:cubicBezTo>
                    <a:cubicBezTo>
                      <a:pt x="52139" y="104882"/>
                      <a:pt x="51749" y="104030"/>
                      <a:pt x="51749" y="103072"/>
                    </a:cubicBezTo>
                    <a:cubicBezTo>
                      <a:pt x="51749" y="101226"/>
                      <a:pt x="50258" y="99771"/>
                      <a:pt x="48412" y="99771"/>
                    </a:cubicBezTo>
                    <a:cubicBezTo>
                      <a:pt x="46567" y="99771"/>
                      <a:pt x="45111" y="101226"/>
                      <a:pt x="45111" y="103072"/>
                    </a:cubicBezTo>
                    <a:cubicBezTo>
                      <a:pt x="45111" y="105876"/>
                      <a:pt x="46247" y="108396"/>
                      <a:pt x="48057" y="110206"/>
                    </a:cubicBezTo>
                    <a:cubicBezTo>
                      <a:pt x="49903" y="112052"/>
                      <a:pt x="52423" y="113187"/>
                      <a:pt x="55191" y="113187"/>
                    </a:cubicBezTo>
                    <a:lnTo>
                      <a:pt x="61154" y="113187"/>
                    </a:lnTo>
                    <a:lnTo>
                      <a:pt x="61154" y="116488"/>
                    </a:lnTo>
                    <a:cubicBezTo>
                      <a:pt x="61154" y="118334"/>
                      <a:pt x="62645" y="119824"/>
                      <a:pt x="64490" y="119824"/>
                    </a:cubicBezTo>
                    <a:cubicBezTo>
                      <a:pt x="66336" y="119824"/>
                      <a:pt x="67827" y="118334"/>
                      <a:pt x="67827" y="116488"/>
                    </a:cubicBezTo>
                    <a:lnTo>
                      <a:pt x="67827" y="113187"/>
                    </a:lnTo>
                    <a:lnTo>
                      <a:pt x="73790" y="113187"/>
                    </a:lnTo>
                    <a:cubicBezTo>
                      <a:pt x="76594" y="113187"/>
                      <a:pt x="79114" y="112052"/>
                      <a:pt x="80924" y="110206"/>
                    </a:cubicBezTo>
                    <a:cubicBezTo>
                      <a:pt x="82769" y="108396"/>
                      <a:pt x="83905" y="105876"/>
                      <a:pt x="83905" y="103072"/>
                    </a:cubicBezTo>
                    <a:lnTo>
                      <a:pt x="83905" y="97074"/>
                    </a:lnTo>
                    <a:cubicBezTo>
                      <a:pt x="83905" y="94305"/>
                      <a:pt x="82769" y="91750"/>
                      <a:pt x="80924" y="89939"/>
                    </a:cubicBezTo>
                    <a:cubicBezTo>
                      <a:pt x="79114" y="88094"/>
                      <a:pt x="76594" y="86958"/>
                      <a:pt x="73790" y="86958"/>
                    </a:cubicBezTo>
                    <a:lnTo>
                      <a:pt x="55191" y="86958"/>
                    </a:lnTo>
                    <a:cubicBezTo>
                      <a:pt x="54269" y="86958"/>
                      <a:pt x="53381" y="86568"/>
                      <a:pt x="52778" y="85964"/>
                    </a:cubicBezTo>
                    <a:cubicBezTo>
                      <a:pt x="52139" y="85325"/>
                      <a:pt x="51749" y="84438"/>
                      <a:pt x="51749" y="83515"/>
                    </a:cubicBezTo>
                    <a:lnTo>
                      <a:pt x="51749" y="77517"/>
                    </a:lnTo>
                    <a:cubicBezTo>
                      <a:pt x="51749" y="76559"/>
                      <a:pt x="52139" y="75707"/>
                      <a:pt x="52778" y="75068"/>
                    </a:cubicBezTo>
                    <a:cubicBezTo>
                      <a:pt x="53381" y="74429"/>
                      <a:pt x="54269" y="74039"/>
                      <a:pt x="55191" y="74039"/>
                    </a:cubicBezTo>
                    <a:lnTo>
                      <a:pt x="73790" y="74039"/>
                    </a:lnTo>
                    <a:cubicBezTo>
                      <a:pt x="74748" y="74039"/>
                      <a:pt x="75600" y="74429"/>
                      <a:pt x="76239" y="75068"/>
                    </a:cubicBezTo>
                    <a:cubicBezTo>
                      <a:pt x="76842" y="75707"/>
                      <a:pt x="77232" y="76559"/>
                      <a:pt x="77232" y="77517"/>
                    </a:cubicBezTo>
                    <a:cubicBezTo>
                      <a:pt x="77232" y="79327"/>
                      <a:pt x="78723" y="80818"/>
                      <a:pt x="80569" y="80818"/>
                    </a:cubicBezTo>
                    <a:cubicBezTo>
                      <a:pt x="82414" y="80818"/>
                      <a:pt x="83905" y="79327"/>
                      <a:pt x="83905" y="77517"/>
                    </a:cubicBezTo>
                    <a:cubicBezTo>
                      <a:pt x="83905" y="74713"/>
                      <a:pt x="82769" y="72193"/>
                      <a:pt x="80924" y="70347"/>
                    </a:cubicBezTo>
                    <a:cubicBezTo>
                      <a:pt x="79114" y="68502"/>
                      <a:pt x="76594" y="67401"/>
                      <a:pt x="73790" y="67401"/>
                    </a:cubicBezTo>
                    <a:lnTo>
                      <a:pt x="67827" y="67401"/>
                    </a:lnTo>
                    <a:lnTo>
                      <a:pt x="67827" y="63639"/>
                    </a:lnTo>
                    <a:cubicBezTo>
                      <a:pt x="67827" y="61829"/>
                      <a:pt x="66336" y="60338"/>
                      <a:pt x="64490" y="60338"/>
                    </a:cubicBezTo>
                    <a:close/>
                    <a:moveTo>
                      <a:pt x="157766" y="60338"/>
                    </a:moveTo>
                    <a:cubicBezTo>
                      <a:pt x="155956" y="60338"/>
                      <a:pt x="154465" y="61829"/>
                      <a:pt x="154465" y="63639"/>
                    </a:cubicBezTo>
                    <a:lnTo>
                      <a:pt x="154465" y="67330"/>
                    </a:lnTo>
                    <a:lnTo>
                      <a:pt x="142504" y="67330"/>
                    </a:lnTo>
                    <a:cubicBezTo>
                      <a:pt x="140658" y="67330"/>
                      <a:pt x="139167" y="68821"/>
                      <a:pt x="139167" y="70667"/>
                    </a:cubicBezTo>
                    <a:cubicBezTo>
                      <a:pt x="139167" y="72512"/>
                      <a:pt x="140658" y="74003"/>
                      <a:pt x="142504" y="74003"/>
                    </a:cubicBezTo>
                    <a:lnTo>
                      <a:pt x="146160" y="74003"/>
                    </a:lnTo>
                    <a:lnTo>
                      <a:pt x="146160" y="106160"/>
                    </a:lnTo>
                    <a:lnTo>
                      <a:pt x="142504" y="106160"/>
                    </a:lnTo>
                    <a:cubicBezTo>
                      <a:pt x="140658" y="106160"/>
                      <a:pt x="139167" y="107650"/>
                      <a:pt x="139167" y="109496"/>
                    </a:cubicBezTo>
                    <a:cubicBezTo>
                      <a:pt x="139167" y="111342"/>
                      <a:pt x="140658" y="112832"/>
                      <a:pt x="142504" y="112832"/>
                    </a:cubicBezTo>
                    <a:lnTo>
                      <a:pt x="154465" y="112832"/>
                    </a:lnTo>
                    <a:lnTo>
                      <a:pt x="154465" y="116488"/>
                    </a:lnTo>
                    <a:cubicBezTo>
                      <a:pt x="154465" y="118334"/>
                      <a:pt x="155956" y="119824"/>
                      <a:pt x="157766" y="119824"/>
                    </a:cubicBezTo>
                    <a:cubicBezTo>
                      <a:pt x="159611" y="119824"/>
                      <a:pt x="161102" y="118334"/>
                      <a:pt x="161102" y="116488"/>
                    </a:cubicBezTo>
                    <a:lnTo>
                      <a:pt x="161102" y="112832"/>
                    </a:lnTo>
                    <a:lnTo>
                      <a:pt x="168449" y="112832"/>
                    </a:lnTo>
                    <a:lnTo>
                      <a:pt x="168449" y="116488"/>
                    </a:lnTo>
                    <a:cubicBezTo>
                      <a:pt x="168449" y="118334"/>
                      <a:pt x="169940" y="119824"/>
                      <a:pt x="171785" y="119824"/>
                    </a:cubicBezTo>
                    <a:cubicBezTo>
                      <a:pt x="173631" y="119824"/>
                      <a:pt x="175122" y="118334"/>
                      <a:pt x="175122" y="116488"/>
                    </a:cubicBezTo>
                    <a:lnTo>
                      <a:pt x="175122" y="112477"/>
                    </a:lnTo>
                    <a:cubicBezTo>
                      <a:pt x="177677" y="111910"/>
                      <a:pt x="179949" y="110738"/>
                      <a:pt x="181794" y="109141"/>
                    </a:cubicBezTo>
                    <a:cubicBezTo>
                      <a:pt x="184492" y="106763"/>
                      <a:pt x="186160" y="103462"/>
                      <a:pt x="186160" y="99771"/>
                    </a:cubicBezTo>
                    <a:cubicBezTo>
                      <a:pt x="186160" y="95938"/>
                      <a:pt x="184314" y="92495"/>
                      <a:pt x="181368" y="90081"/>
                    </a:cubicBezTo>
                    <a:cubicBezTo>
                      <a:pt x="184314" y="87668"/>
                      <a:pt x="186160" y="84225"/>
                      <a:pt x="186160" y="80356"/>
                    </a:cubicBezTo>
                    <a:cubicBezTo>
                      <a:pt x="186160" y="76701"/>
                      <a:pt x="184492" y="73400"/>
                      <a:pt x="181794" y="71022"/>
                    </a:cubicBezTo>
                    <a:cubicBezTo>
                      <a:pt x="179949" y="69425"/>
                      <a:pt x="177677" y="68253"/>
                      <a:pt x="175122" y="67685"/>
                    </a:cubicBezTo>
                    <a:lnTo>
                      <a:pt x="175122" y="63639"/>
                    </a:lnTo>
                    <a:cubicBezTo>
                      <a:pt x="175122" y="61829"/>
                      <a:pt x="173631" y="60338"/>
                      <a:pt x="171785" y="60338"/>
                    </a:cubicBezTo>
                    <a:cubicBezTo>
                      <a:pt x="169940" y="60338"/>
                      <a:pt x="168449" y="61829"/>
                      <a:pt x="168449" y="63639"/>
                    </a:cubicBezTo>
                    <a:lnTo>
                      <a:pt x="168449" y="67330"/>
                    </a:lnTo>
                    <a:lnTo>
                      <a:pt x="161102" y="67330"/>
                    </a:lnTo>
                    <a:lnTo>
                      <a:pt x="161102" y="63639"/>
                    </a:lnTo>
                    <a:cubicBezTo>
                      <a:pt x="161102" y="61829"/>
                      <a:pt x="159611" y="60338"/>
                      <a:pt x="157766" y="60338"/>
                    </a:cubicBezTo>
                    <a:close/>
                    <a:moveTo>
                      <a:pt x="155151" y="43784"/>
                    </a:moveTo>
                    <a:cubicBezTo>
                      <a:pt x="154960" y="43784"/>
                      <a:pt x="154767" y="43800"/>
                      <a:pt x="154571" y="43834"/>
                    </a:cubicBezTo>
                    <a:cubicBezTo>
                      <a:pt x="143462" y="45751"/>
                      <a:pt x="133702" y="51607"/>
                      <a:pt x="126709" y="59912"/>
                    </a:cubicBezTo>
                    <a:cubicBezTo>
                      <a:pt x="119859" y="68076"/>
                      <a:pt x="115707" y="78617"/>
                      <a:pt x="115707" y="90081"/>
                    </a:cubicBezTo>
                    <a:cubicBezTo>
                      <a:pt x="115707" y="103036"/>
                      <a:pt x="120960" y="114784"/>
                      <a:pt x="129478" y="123267"/>
                    </a:cubicBezTo>
                    <a:cubicBezTo>
                      <a:pt x="137961" y="131750"/>
                      <a:pt x="149709" y="137039"/>
                      <a:pt x="162664" y="137039"/>
                    </a:cubicBezTo>
                    <a:cubicBezTo>
                      <a:pt x="175619" y="137039"/>
                      <a:pt x="187367" y="131750"/>
                      <a:pt x="195849" y="123267"/>
                    </a:cubicBezTo>
                    <a:cubicBezTo>
                      <a:pt x="204368" y="114784"/>
                      <a:pt x="209621" y="103036"/>
                      <a:pt x="209621" y="90081"/>
                    </a:cubicBezTo>
                    <a:cubicBezTo>
                      <a:pt x="209621" y="78617"/>
                      <a:pt x="205468" y="68076"/>
                      <a:pt x="198618" y="59912"/>
                    </a:cubicBezTo>
                    <a:cubicBezTo>
                      <a:pt x="191626" y="51607"/>
                      <a:pt x="181865" y="45751"/>
                      <a:pt x="170721" y="43834"/>
                    </a:cubicBezTo>
                    <a:cubicBezTo>
                      <a:pt x="170529" y="43800"/>
                      <a:pt x="170339" y="43784"/>
                      <a:pt x="170151" y="43784"/>
                    </a:cubicBezTo>
                    <a:cubicBezTo>
                      <a:pt x="168565" y="43784"/>
                      <a:pt x="167173" y="44949"/>
                      <a:pt x="166887" y="46567"/>
                    </a:cubicBezTo>
                    <a:cubicBezTo>
                      <a:pt x="166568" y="48377"/>
                      <a:pt x="167810" y="50081"/>
                      <a:pt x="169620" y="50400"/>
                    </a:cubicBezTo>
                    <a:cubicBezTo>
                      <a:pt x="179168" y="52033"/>
                      <a:pt x="187580" y="57073"/>
                      <a:pt x="193542" y="64172"/>
                    </a:cubicBezTo>
                    <a:cubicBezTo>
                      <a:pt x="199399" y="71164"/>
                      <a:pt x="202948" y="80214"/>
                      <a:pt x="202948" y="90081"/>
                    </a:cubicBezTo>
                    <a:cubicBezTo>
                      <a:pt x="202948" y="101191"/>
                      <a:pt x="198440" y="111271"/>
                      <a:pt x="191164" y="118582"/>
                    </a:cubicBezTo>
                    <a:cubicBezTo>
                      <a:pt x="183853" y="125858"/>
                      <a:pt x="173808" y="130366"/>
                      <a:pt x="162664" y="130366"/>
                    </a:cubicBezTo>
                    <a:cubicBezTo>
                      <a:pt x="151519" y="130366"/>
                      <a:pt x="141474" y="125858"/>
                      <a:pt x="134163" y="118582"/>
                    </a:cubicBezTo>
                    <a:cubicBezTo>
                      <a:pt x="126887" y="111271"/>
                      <a:pt x="122379" y="101191"/>
                      <a:pt x="122379" y="90081"/>
                    </a:cubicBezTo>
                    <a:cubicBezTo>
                      <a:pt x="122379" y="80214"/>
                      <a:pt x="125929" y="71164"/>
                      <a:pt x="131785" y="64172"/>
                    </a:cubicBezTo>
                    <a:cubicBezTo>
                      <a:pt x="137748" y="57073"/>
                      <a:pt x="146160" y="52033"/>
                      <a:pt x="155707" y="50400"/>
                    </a:cubicBezTo>
                    <a:cubicBezTo>
                      <a:pt x="157517" y="50081"/>
                      <a:pt x="158724" y="48377"/>
                      <a:pt x="158440" y="46567"/>
                    </a:cubicBezTo>
                    <a:cubicBezTo>
                      <a:pt x="158154" y="44949"/>
                      <a:pt x="156762" y="43784"/>
                      <a:pt x="155151" y="43784"/>
                    </a:cubicBezTo>
                    <a:close/>
                    <a:moveTo>
                      <a:pt x="65839" y="143791"/>
                    </a:moveTo>
                    <a:cubicBezTo>
                      <a:pt x="64987" y="143791"/>
                      <a:pt x="64136" y="144119"/>
                      <a:pt x="63497" y="144776"/>
                    </a:cubicBezTo>
                    <a:cubicBezTo>
                      <a:pt x="62183" y="146054"/>
                      <a:pt x="62183" y="148183"/>
                      <a:pt x="63497" y="149461"/>
                    </a:cubicBezTo>
                    <a:lnTo>
                      <a:pt x="65697" y="151697"/>
                    </a:lnTo>
                    <a:lnTo>
                      <a:pt x="30133" y="151697"/>
                    </a:lnTo>
                    <a:cubicBezTo>
                      <a:pt x="28288" y="151697"/>
                      <a:pt x="26797" y="153188"/>
                      <a:pt x="26797" y="155033"/>
                    </a:cubicBezTo>
                    <a:cubicBezTo>
                      <a:pt x="26797" y="156844"/>
                      <a:pt x="28288" y="158334"/>
                      <a:pt x="30133" y="158334"/>
                    </a:cubicBezTo>
                    <a:lnTo>
                      <a:pt x="65697" y="158334"/>
                    </a:lnTo>
                    <a:lnTo>
                      <a:pt x="63497" y="160570"/>
                    </a:lnTo>
                    <a:cubicBezTo>
                      <a:pt x="62183" y="161848"/>
                      <a:pt x="62183" y="163978"/>
                      <a:pt x="63497" y="165255"/>
                    </a:cubicBezTo>
                    <a:cubicBezTo>
                      <a:pt x="64136" y="165912"/>
                      <a:pt x="64987" y="166240"/>
                      <a:pt x="65839" y="166240"/>
                    </a:cubicBezTo>
                    <a:cubicBezTo>
                      <a:pt x="66691" y="166240"/>
                      <a:pt x="67543" y="165912"/>
                      <a:pt x="68182" y="165255"/>
                    </a:cubicBezTo>
                    <a:lnTo>
                      <a:pt x="76097" y="157376"/>
                    </a:lnTo>
                    <a:cubicBezTo>
                      <a:pt x="77374" y="156063"/>
                      <a:pt x="77374" y="153969"/>
                      <a:pt x="76097" y="152655"/>
                    </a:cubicBezTo>
                    <a:lnTo>
                      <a:pt x="68182" y="144776"/>
                    </a:lnTo>
                    <a:cubicBezTo>
                      <a:pt x="67543" y="144119"/>
                      <a:pt x="66691" y="143791"/>
                      <a:pt x="65839" y="143791"/>
                    </a:cubicBezTo>
                    <a:close/>
                    <a:moveTo>
                      <a:pt x="161333" y="143791"/>
                    </a:moveTo>
                    <a:cubicBezTo>
                      <a:pt x="160481" y="143791"/>
                      <a:pt x="159629" y="144119"/>
                      <a:pt x="158972" y="144776"/>
                    </a:cubicBezTo>
                    <a:lnTo>
                      <a:pt x="151058" y="152655"/>
                    </a:lnTo>
                    <a:cubicBezTo>
                      <a:pt x="149780" y="153969"/>
                      <a:pt x="149780" y="156063"/>
                      <a:pt x="151058" y="157376"/>
                    </a:cubicBezTo>
                    <a:lnTo>
                      <a:pt x="158972" y="165255"/>
                    </a:lnTo>
                    <a:cubicBezTo>
                      <a:pt x="159629" y="165912"/>
                      <a:pt x="160481" y="166240"/>
                      <a:pt x="161333" y="166240"/>
                    </a:cubicBezTo>
                    <a:cubicBezTo>
                      <a:pt x="162185" y="166240"/>
                      <a:pt x="163036" y="165912"/>
                      <a:pt x="163693" y="165255"/>
                    </a:cubicBezTo>
                    <a:cubicBezTo>
                      <a:pt x="164971" y="163978"/>
                      <a:pt x="164971" y="161848"/>
                      <a:pt x="163693" y="160570"/>
                    </a:cubicBezTo>
                    <a:lnTo>
                      <a:pt x="161457" y="158334"/>
                    </a:lnTo>
                    <a:lnTo>
                      <a:pt x="197056" y="158334"/>
                    </a:lnTo>
                    <a:cubicBezTo>
                      <a:pt x="198866" y="158334"/>
                      <a:pt x="200357" y="156844"/>
                      <a:pt x="200357" y="155033"/>
                    </a:cubicBezTo>
                    <a:cubicBezTo>
                      <a:pt x="200357" y="153188"/>
                      <a:pt x="198866" y="151697"/>
                      <a:pt x="197056" y="151697"/>
                    </a:cubicBezTo>
                    <a:lnTo>
                      <a:pt x="161457" y="151697"/>
                    </a:lnTo>
                    <a:lnTo>
                      <a:pt x="163693" y="149461"/>
                    </a:lnTo>
                    <a:cubicBezTo>
                      <a:pt x="164971" y="148183"/>
                      <a:pt x="164971" y="146054"/>
                      <a:pt x="163693" y="144776"/>
                    </a:cubicBezTo>
                    <a:cubicBezTo>
                      <a:pt x="163036" y="144119"/>
                      <a:pt x="162185" y="143791"/>
                      <a:pt x="161333" y="143791"/>
                    </a:cubicBezTo>
                    <a:close/>
                    <a:moveTo>
                      <a:pt x="51536" y="187119"/>
                    </a:moveTo>
                    <a:cubicBezTo>
                      <a:pt x="49690" y="187119"/>
                      <a:pt x="48199" y="188610"/>
                      <a:pt x="48199" y="190455"/>
                    </a:cubicBezTo>
                    <a:cubicBezTo>
                      <a:pt x="48199" y="192301"/>
                      <a:pt x="49690" y="193792"/>
                      <a:pt x="51536" y="193792"/>
                    </a:cubicBezTo>
                    <a:lnTo>
                      <a:pt x="77481" y="193792"/>
                    </a:lnTo>
                    <a:cubicBezTo>
                      <a:pt x="79291" y="193792"/>
                      <a:pt x="80782" y="192301"/>
                      <a:pt x="80782" y="190455"/>
                    </a:cubicBezTo>
                    <a:cubicBezTo>
                      <a:pt x="80782" y="188610"/>
                      <a:pt x="79291" y="187119"/>
                      <a:pt x="77481" y="187119"/>
                    </a:cubicBezTo>
                    <a:close/>
                    <a:moveTo>
                      <a:pt x="149709" y="187119"/>
                    </a:moveTo>
                    <a:cubicBezTo>
                      <a:pt x="147863" y="187119"/>
                      <a:pt x="146372" y="188610"/>
                      <a:pt x="146372" y="190455"/>
                    </a:cubicBezTo>
                    <a:cubicBezTo>
                      <a:pt x="146372" y="192301"/>
                      <a:pt x="147863" y="193792"/>
                      <a:pt x="149709" y="193792"/>
                    </a:cubicBezTo>
                    <a:lnTo>
                      <a:pt x="175619" y="193792"/>
                    </a:lnTo>
                    <a:cubicBezTo>
                      <a:pt x="177464" y="193792"/>
                      <a:pt x="178955" y="192301"/>
                      <a:pt x="178955" y="190455"/>
                    </a:cubicBezTo>
                    <a:cubicBezTo>
                      <a:pt x="178955" y="188610"/>
                      <a:pt x="177464" y="187119"/>
                      <a:pt x="175619" y="187119"/>
                    </a:cubicBezTo>
                    <a:close/>
                    <a:moveTo>
                      <a:pt x="98173" y="179665"/>
                    </a:moveTo>
                    <a:lnTo>
                      <a:pt x="98173" y="192762"/>
                    </a:lnTo>
                    <a:cubicBezTo>
                      <a:pt x="98173" y="195886"/>
                      <a:pt x="99132" y="198796"/>
                      <a:pt x="100764" y="201210"/>
                    </a:cubicBezTo>
                    <a:lnTo>
                      <a:pt x="15120" y="201210"/>
                    </a:lnTo>
                    <a:cubicBezTo>
                      <a:pt x="12777" y="201210"/>
                      <a:pt x="10683" y="200287"/>
                      <a:pt x="9157" y="198725"/>
                    </a:cubicBezTo>
                    <a:cubicBezTo>
                      <a:pt x="7595" y="197199"/>
                      <a:pt x="6637" y="195069"/>
                      <a:pt x="6637" y="192762"/>
                    </a:cubicBezTo>
                    <a:lnTo>
                      <a:pt x="6637" y="179665"/>
                    </a:lnTo>
                    <a:close/>
                    <a:moveTo>
                      <a:pt x="220517" y="179665"/>
                    </a:moveTo>
                    <a:lnTo>
                      <a:pt x="220517" y="192762"/>
                    </a:lnTo>
                    <a:cubicBezTo>
                      <a:pt x="220517" y="195069"/>
                      <a:pt x="219559" y="197199"/>
                      <a:pt x="217997" y="198725"/>
                    </a:cubicBezTo>
                    <a:cubicBezTo>
                      <a:pt x="216471" y="200287"/>
                      <a:pt x="214377" y="201210"/>
                      <a:pt x="212034" y="201210"/>
                    </a:cubicBezTo>
                    <a:lnTo>
                      <a:pt x="113293" y="201210"/>
                    </a:lnTo>
                    <a:cubicBezTo>
                      <a:pt x="110951" y="201210"/>
                      <a:pt x="108857" y="200287"/>
                      <a:pt x="107330" y="198725"/>
                    </a:cubicBezTo>
                    <a:cubicBezTo>
                      <a:pt x="105769" y="197199"/>
                      <a:pt x="104810" y="195069"/>
                      <a:pt x="104810" y="192762"/>
                    </a:cubicBezTo>
                    <a:lnTo>
                      <a:pt x="104810" y="179665"/>
                    </a:lnTo>
                    <a:close/>
                    <a:moveTo>
                      <a:pt x="15120" y="0"/>
                    </a:moveTo>
                    <a:cubicBezTo>
                      <a:pt x="10967" y="0"/>
                      <a:pt x="7170" y="1704"/>
                      <a:pt x="4437" y="4437"/>
                    </a:cubicBezTo>
                    <a:cubicBezTo>
                      <a:pt x="1704" y="7170"/>
                      <a:pt x="0" y="10932"/>
                      <a:pt x="0" y="15120"/>
                    </a:cubicBezTo>
                    <a:lnTo>
                      <a:pt x="0" y="129727"/>
                    </a:lnTo>
                    <a:cubicBezTo>
                      <a:pt x="0" y="131537"/>
                      <a:pt x="1491" y="133063"/>
                      <a:pt x="3336" y="133063"/>
                    </a:cubicBezTo>
                    <a:cubicBezTo>
                      <a:pt x="5182" y="133063"/>
                      <a:pt x="6637" y="131537"/>
                      <a:pt x="6637" y="129727"/>
                    </a:cubicBezTo>
                    <a:lnTo>
                      <a:pt x="6637" y="15120"/>
                    </a:lnTo>
                    <a:cubicBezTo>
                      <a:pt x="6637" y="12778"/>
                      <a:pt x="7595" y="10684"/>
                      <a:pt x="9157" y="9122"/>
                    </a:cubicBezTo>
                    <a:cubicBezTo>
                      <a:pt x="10683" y="7596"/>
                      <a:pt x="12777" y="6638"/>
                      <a:pt x="15120" y="6638"/>
                    </a:cubicBezTo>
                    <a:lnTo>
                      <a:pt x="38013" y="6638"/>
                    </a:lnTo>
                    <a:lnTo>
                      <a:pt x="38013" y="14482"/>
                    </a:lnTo>
                    <a:cubicBezTo>
                      <a:pt x="38013" y="17179"/>
                      <a:pt x="39149" y="19664"/>
                      <a:pt x="40923" y="21438"/>
                    </a:cubicBezTo>
                    <a:cubicBezTo>
                      <a:pt x="42698" y="23213"/>
                      <a:pt x="45182" y="24349"/>
                      <a:pt x="47880" y="24349"/>
                    </a:cubicBezTo>
                    <a:lnTo>
                      <a:pt x="81101" y="24349"/>
                    </a:lnTo>
                    <a:cubicBezTo>
                      <a:pt x="83799" y="24349"/>
                      <a:pt x="86283" y="23213"/>
                      <a:pt x="88058" y="21438"/>
                    </a:cubicBezTo>
                    <a:cubicBezTo>
                      <a:pt x="89868" y="19664"/>
                      <a:pt x="90968" y="17179"/>
                      <a:pt x="90968" y="14482"/>
                    </a:cubicBezTo>
                    <a:lnTo>
                      <a:pt x="90968" y="6638"/>
                    </a:lnTo>
                    <a:lnTo>
                      <a:pt x="100764" y="6638"/>
                    </a:lnTo>
                    <a:cubicBezTo>
                      <a:pt x="99132" y="9087"/>
                      <a:pt x="98173" y="11962"/>
                      <a:pt x="98173" y="15120"/>
                    </a:cubicBezTo>
                    <a:lnTo>
                      <a:pt x="98173" y="57392"/>
                    </a:lnTo>
                    <a:cubicBezTo>
                      <a:pt x="95902" y="55050"/>
                      <a:pt x="93382" y="52956"/>
                      <a:pt x="90684" y="51146"/>
                    </a:cubicBezTo>
                    <a:cubicBezTo>
                      <a:pt x="85325" y="47525"/>
                      <a:pt x="79185" y="44970"/>
                      <a:pt x="72583" y="43834"/>
                    </a:cubicBezTo>
                    <a:cubicBezTo>
                      <a:pt x="72388" y="43800"/>
                      <a:pt x="72194" y="43784"/>
                      <a:pt x="72003" y="43784"/>
                    </a:cubicBezTo>
                    <a:cubicBezTo>
                      <a:pt x="70392" y="43784"/>
                      <a:pt x="69000" y="44949"/>
                      <a:pt x="68714" y="46567"/>
                    </a:cubicBezTo>
                    <a:cubicBezTo>
                      <a:pt x="68430" y="48377"/>
                      <a:pt x="69637" y="50081"/>
                      <a:pt x="71447" y="50400"/>
                    </a:cubicBezTo>
                    <a:cubicBezTo>
                      <a:pt x="77126" y="51359"/>
                      <a:pt x="82379" y="53559"/>
                      <a:pt x="86993" y="56647"/>
                    </a:cubicBezTo>
                    <a:cubicBezTo>
                      <a:pt x="91430" y="59629"/>
                      <a:pt x="95227" y="63462"/>
                      <a:pt x="98173" y="67934"/>
                    </a:cubicBezTo>
                    <a:lnTo>
                      <a:pt x="98173" y="112229"/>
                    </a:lnTo>
                    <a:cubicBezTo>
                      <a:pt x="94588" y="117659"/>
                      <a:pt x="89726" y="122167"/>
                      <a:pt x="84012" y="125361"/>
                    </a:cubicBezTo>
                    <a:cubicBezTo>
                      <a:pt x="78226" y="128556"/>
                      <a:pt x="71589" y="130366"/>
                      <a:pt x="64490" y="130366"/>
                    </a:cubicBezTo>
                    <a:cubicBezTo>
                      <a:pt x="53381" y="130366"/>
                      <a:pt x="43301" y="125858"/>
                      <a:pt x="35990" y="118582"/>
                    </a:cubicBezTo>
                    <a:cubicBezTo>
                      <a:pt x="28714" y="111271"/>
                      <a:pt x="24206" y="101191"/>
                      <a:pt x="24206" y="90081"/>
                    </a:cubicBezTo>
                    <a:cubicBezTo>
                      <a:pt x="24206" y="80214"/>
                      <a:pt x="27755" y="71164"/>
                      <a:pt x="33612" y="64172"/>
                    </a:cubicBezTo>
                    <a:cubicBezTo>
                      <a:pt x="39610" y="57073"/>
                      <a:pt x="47986" y="52033"/>
                      <a:pt x="57534" y="50400"/>
                    </a:cubicBezTo>
                    <a:cubicBezTo>
                      <a:pt x="59344" y="50081"/>
                      <a:pt x="60586" y="48377"/>
                      <a:pt x="60267" y="46567"/>
                    </a:cubicBezTo>
                    <a:cubicBezTo>
                      <a:pt x="59981" y="44949"/>
                      <a:pt x="58589" y="43784"/>
                      <a:pt x="57003" y="43784"/>
                    </a:cubicBezTo>
                    <a:cubicBezTo>
                      <a:pt x="56816" y="43784"/>
                      <a:pt x="56625" y="43800"/>
                      <a:pt x="56434" y="43834"/>
                    </a:cubicBezTo>
                    <a:cubicBezTo>
                      <a:pt x="45324" y="45751"/>
                      <a:pt x="35528" y="51607"/>
                      <a:pt x="28536" y="59912"/>
                    </a:cubicBezTo>
                    <a:cubicBezTo>
                      <a:pt x="21686" y="68076"/>
                      <a:pt x="17569" y="78617"/>
                      <a:pt x="17569" y="90081"/>
                    </a:cubicBezTo>
                    <a:cubicBezTo>
                      <a:pt x="17569" y="103036"/>
                      <a:pt x="22822" y="114784"/>
                      <a:pt x="31305" y="123267"/>
                    </a:cubicBezTo>
                    <a:cubicBezTo>
                      <a:pt x="39787" y="131750"/>
                      <a:pt x="51536" y="137039"/>
                      <a:pt x="64490" y="137039"/>
                    </a:cubicBezTo>
                    <a:cubicBezTo>
                      <a:pt x="72725" y="137039"/>
                      <a:pt x="80462" y="134909"/>
                      <a:pt x="87206" y="131147"/>
                    </a:cubicBezTo>
                    <a:cubicBezTo>
                      <a:pt x="91288" y="128911"/>
                      <a:pt x="94979" y="126071"/>
                      <a:pt x="98173" y="122770"/>
                    </a:cubicBezTo>
                    <a:lnTo>
                      <a:pt x="98173" y="173028"/>
                    </a:lnTo>
                    <a:lnTo>
                      <a:pt x="6637" y="173028"/>
                    </a:lnTo>
                    <a:lnTo>
                      <a:pt x="6637" y="144811"/>
                    </a:lnTo>
                    <a:cubicBezTo>
                      <a:pt x="6637" y="142966"/>
                      <a:pt x="5182" y="141475"/>
                      <a:pt x="3336" y="141475"/>
                    </a:cubicBezTo>
                    <a:cubicBezTo>
                      <a:pt x="1491" y="141475"/>
                      <a:pt x="0" y="142966"/>
                      <a:pt x="0" y="144811"/>
                    </a:cubicBezTo>
                    <a:lnTo>
                      <a:pt x="0" y="192762"/>
                    </a:lnTo>
                    <a:cubicBezTo>
                      <a:pt x="0" y="196915"/>
                      <a:pt x="1704" y="200713"/>
                      <a:pt x="4437" y="203446"/>
                    </a:cubicBezTo>
                    <a:cubicBezTo>
                      <a:pt x="7170" y="206179"/>
                      <a:pt x="10967" y="207882"/>
                      <a:pt x="15120" y="207882"/>
                    </a:cubicBezTo>
                    <a:lnTo>
                      <a:pt x="212034" y="207882"/>
                    </a:lnTo>
                    <a:cubicBezTo>
                      <a:pt x="216187" y="207882"/>
                      <a:pt x="219985" y="206179"/>
                      <a:pt x="222718" y="203446"/>
                    </a:cubicBezTo>
                    <a:cubicBezTo>
                      <a:pt x="225451" y="200713"/>
                      <a:pt x="227154" y="196915"/>
                      <a:pt x="227154" y="192762"/>
                    </a:cubicBezTo>
                    <a:lnTo>
                      <a:pt x="227154" y="47632"/>
                    </a:lnTo>
                    <a:cubicBezTo>
                      <a:pt x="227154" y="45786"/>
                      <a:pt x="225663" y="44296"/>
                      <a:pt x="223818" y="44296"/>
                    </a:cubicBezTo>
                    <a:cubicBezTo>
                      <a:pt x="222008" y="44296"/>
                      <a:pt x="220517" y="45786"/>
                      <a:pt x="220517" y="47632"/>
                    </a:cubicBezTo>
                    <a:lnTo>
                      <a:pt x="220517" y="173028"/>
                    </a:lnTo>
                    <a:lnTo>
                      <a:pt x="104810" y="173028"/>
                    </a:lnTo>
                    <a:lnTo>
                      <a:pt x="104810" y="15120"/>
                    </a:lnTo>
                    <a:cubicBezTo>
                      <a:pt x="104810" y="12778"/>
                      <a:pt x="105769" y="10684"/>
                      <a:pt x="107330" y="9122"/>
                    </a:cubicBezTo>
                    <a:cubicBezTo>
                      <a:pt x="108857" y="7596"/>
                      <a:pt x="110951" y="6638"/>
                      <a:pt x="113293" y="6638"/>
                    </a:cubicBezTo>
                    <a:lnTo>
                      <a:pt x="136186" y="6638"/>
                    </a:lnTo>
                    <a:lnTo>
                      <a:pt x="136186" y="14482"/>
                    </a:lnTo>
                    <a:cubicBezTo>
                      <a:pt x="136186" y="17179"/>
                      <a:pt x="137322" y="19664"/>
                      <a:pt x="139096" y="21438"/>
                    </a:cubicBezTo>
                    <a:cubicBezTo>
                      <a:pt x="140871" y="23213"/>
                      <a:pt x="143356" y="24349"/>
                      <a:pt x="146053" y="24349"/>
                    </a:cubicBezTo>
                    <a:lnTo>
                      <a:pt x="179274" y="24349"/>
                    </a:lnTo>
                    <a:cubicBezTo>
                      <a:pt x="181972" y="24349"/>
                      <a:pt x="184456" y="23213"/>
                      <a:pt x="186231" y="21438"/>
                    </a:cubicBezTo>
                    <a:cubicBezTo>
                      <a:pt x="188006" y="19664"/>
                      <a:pt x="189141" y="17179"/>
                      <a:pt x="189141" y="14482"/>
                    </a:cubicBezTo>
                    <a:lnTo>
                      <a:pt x="189141" y="6638"/>
                    </a:lnTo>
                    <a:lnTo>
                      <a:pt x="212034" y="6638"/>
                    </a:lnTo>
                    <a:cubicBezTo>
                      <a:pt x="214377" y="6638"/>
                      <a:pt x="216471" y="7596"/>
                      <a:pt x="217997" y="9122"/>
                    </a:cubicBezTo>
                    <a:cubicBezTo>
                      <a:pt x="219559" y="10684"/>
                      <a:pt x="220517" y="12778"/>
                      <a:pt x="220517" y="15120"/>
                    </a:cubicBezTo>
                    <a:lnTo>
                      <a:pt x="220517" y="32583"/>
                    </a:lnTo>
                    <a:cubicBezTo>
                      <a:pt x="220517" y="34393"/>
                      <a:pt x="222008" y="35884"/>
                      <a:pt x="223818" y="35884"/>
                    </a:cubicBezTo>
                    <a:cubicBezTo>
                      <a:pt x="225663" y="35884"/>
                      <a:pt x="227154" y="34393"/>
                      <a:pt x="227154" y="32583"/>
                    </a:cubicBezTo>
                    <a:lnTo>
                      <a:pt x="227154" y="15120"/>
                    </a:lnTo>
                    <a:cubicBezTo>
                      <a:pt x="227154" y="10932"/>
                      <a:pt x="225451" y="7170"/>
                      <a:pt x="222718" y="4437"/>
                    </a:cubicBezTo>
                    <a:cubicBezTo>
                      <a:pt x="219985" y="1704"/>
                      <a:pt x="216187" y="0"/>
                      <a:pt x="212034" y="0"/>
                    </a:cubicBezTo>
                    <a:close/>
                  </a:path>
                </a:pathLst>
              </a:custGeom>
              <a:solidFill>
                <a:srgbClr val="775EF5"/>
              </a:solidFill>
              <a:ln>
                <a:noFill/>
              </a:ln>
              <a:effectLst>
                <a:outerShdw blurRad="28575" algn="bl" rotWithShape="0">
                  <a:srgbClr val="DFDEFF">
                    <a:alpha val="50000"/>
                  </a:srgbClr>
                </a:outerShdw>
              </a:effectLst>
            </p:spPr>
            <p:txBody>
              <a:bodyPr spcFirstLastPara="1" wrap="square" lIns="132058" tIns="132058" rIns="132058" bIns="132058" anchor="ctr" anchorCtr="0">
                <a:noAutofit/>
              </a:bodyPr>
              <a:lstStyle/>
              <a:p>
                <a:pPr defTabSz="495285">
                  <a:defRPr/>
                </a:pPr>
                <a:endParaRPr sz="2600">
                  <a:solidFill>
                    <a:prstClr val="black"/>
                  </a:solidFill>
                  <a:latin typeface="Maiandra GD" panose="020E0502030308020204" pitchFamily="34" charset="0"/>
                </a:endParaRPr>
              </a:p>
            </p:txBody>
          </p:sp>
        </p:grpSp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970DB79E-2162-4978-B558-A2FC07A90A1F}"/>
                </a:ext>
              </a:extLst>
            </p:cNvPr>
            <p:cNvGrpSpPr/>
            <p:nvPr/>
          </p:nvGrpSpPr>
          <p:grpSpPr>
            <a:xfrm>
              <a:off x="3239334" y="6186698"/>
              <a:ext cx="1257523" cy="1021466"/>
              <a:chOff x="1191582" y="2577053"/>
              <a:chExt cx="1471396" cy="1021466"/>
            </a:xfrm>
          </p:grpSpPr>
          <p:sp>
            <p:nvSpPr>
              <p:cNvPr id="268" name="Google Shape;1426;p56">
                <a:extLst>
                  <a:ext uri="{FF2B5EF4-FFF2-40B4-BE49-F238E27FC236}">
                    <a16:creationId xmlns:a16="http://schemas.microsoft.com/office/drawing/2014/main" id="{7E1E5851-4909-48EF-AEB4-41EA47F7A8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35534" y="2577053"/>
                <a:ext cx="1126132" cy="559600"/>
              </a:xfrm>
              <a:prstGeom prst="rect">
                <a:avLst/>
              </a:prstGeom>
            </p:spPr>
            <p:txBody>
              <a:bodyPr spcFirstLastPara="1" vert="horz" wrap="square" lIns="132058" tIns="132058" rIns="132058" bIns="132058" rtlCol="0" anchor="ctr" anchorCtr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 defTabSz="990570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r>
                  <a:rPr lang="en" sz="1300" b="1" dirty="0">
                    <a:solidFill>
                      <a:prstClr val="white">
                        <a:lumMod val="65000"/>
                      </a:prstClr>
                    </a:solidFill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Squada One"/>
                  </a:rPr>
                  <a:t>04</a:t>
                </a:r>
              </a:p>
            </p:txBody>
          </p:sp>
          <p:sp>
            <p:nvSpPr>
              <p:cNvPr id="269" name="Google Shape;1427;p56">
                <a:extLst>
                  <a:ext uri="{FF2B5EF4-FFF2-40B4-BE49-F238E27FC236}">
                    <a16:creationId xmlns:a16="http://schemas.microsoft.com/office/drawing/2014/main" id="{4D948A86-9211-40D7-80F2-F12CE07A02F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91582" y="2667719"/>
                <a:ext cx="1471396" cy="930800"/>
              </a:xfrm>
              <a:prstGeom prst="rect">
                <a:avLst/>
              </a:prstGeom>
            </p:spPr>
            <p:txBody>
              <a:bodyPr spcFirstLastPara="1" vert="horz" wrap="square" lIns="132058" tIns="132058" rIns="132058" bIns="132058" rtlCol="0" anchor="ctr" anchorCtr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 defTabSz="990570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r>
                  <a:rPr lang="en-US" sz="1083" b="1" dirty="0">
                    <a:solidFill>
                      <a:prstClr val="white"/>
                    </a:solidFill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MVP:</a:t>
                </a:r>
                <a:r>
                  <a:rPr lang="en-US" sz="1192" b="1" dirty="0">
                    <a:solidFill>
                      <a:prstClr val="white"/>
                    </a:solidFill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975" dirty="0">
                    <a:solidFill>
                      <a:prstClr val="white"/>
                    </a:solidFill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Minimum viable product</a:t>
                </a:r>
              </a:p>
            </p:txBody>
          </p:sp>
        </p:grp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7A6E14B0-6A97-4F82-9016-713B4CDF2E0D}"/>
                </a:ext>
              </a:extLst>
            </p:cNvPr>
            <p:cNvGrpSpPr/>
            <p:nvPr/>
          </p:nvGrpSpPr>
          <p:grpSpPr>
            <a:xfrm>
              <a:off x="4423586" y="6540584"/>
              <a:ext cx="580203" cy="276999"/>
              <a:chOff x="4540910" y="7256515"/>
              <a:chExt cx="580203" cy="276999"/>
            </a:xfrm>
          </p:grpSpPr>
          <p:grpSp>
            <p:nvGrpSpPr>
              <p:cNvPr id="263" name="Group 262">
                <a:extLst>
                  <a:ext uri="{FF2B5EF4-FFF2-40B4-BE49-F238E27FC236}">
                    <a16:creationId xmlns:a16="http://schemas.microsoft.com/office/drawing/2014/main" id="{85CDF23D-9280-401A-9882-27FC16132263}"/>
                  </a:ext>
                </a:extLst>
              </p:cNvPr>
              <p:cNvGrpSpPr/>
              <p:nvPr/>
            </p:nvGrpSpPr>
            <p:grpSpPr>
              <a:xfrm>
                <a:off x="4540910" y="7364459"/>
                <a:ext cx="304800" cy="80163"/>
                <a:chOff x="4531924" y="5985099"/>
                <a:chExt cx="304800" cy="80163"/>
              </a:xfrm>
            </p:grpSpPr>
            <p:sp>
              <p:nvSpPr>
                <p:cNvPr id="266" name="Google Shape;1419;p56">
                  <a:extLst>
                    <a:ext uri="{FF2B5EF4-FFF2-40B4-BE49-F238E27FC236}">
                      <a16:creationId xmlns:a16="http://schemas.microsoft.com/office/drawing/2014/main" id="{4C24B2C3-4763-4D24-B6A1-556CEFD0298A}"/>
                    </a:ext>
                  </a:extLst>
                </p:cNvPr>
                <p:cNvSpPr/>
                <p:nvPr/>
              </p:nvSpPr>
              <p:spPr>
                <a:xfrm rot="16200000" flipH="1">
                  <a:off x="4521824" y="5995199"/>
                  <a:ext cx="80163" cy="59963"/>
                </a:xfrm>
                <a:prstGeom prst="rect">
                  <a:avLst/>
                </a:prstGeom>
                <a:solidFill>
                  <a:srgbClr val="775EF5"/>
                </a:solidFill>
                <a:ln w="19050" cap="flat" cmpd="sng">
                  <a:solidFill>
                    <a:srgbClr val="775EF5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57150" algn="bl" rotWithShape="0">
                    <a:srgbClr val="DFDEFF">
                      <a:alpha val="50000"/>
                    </a:srgbClr>
                  </a:outerShdw>
                </a:effectLst>
              </p:spPr>
              <p:txBody>
                <a:bodyPr spcFirstLastPara="1" wrap="square" lIns="132058" tIns="132058" rIns="132058" bIns="132058" anchor="ctr" anchorCtr="0">
                  <a:noAutofit/>
                </a:bodyPr>
                <a:lstStyle/>
                <a:p>
                  <a:pPr defTabSz="495285">
                    <a:defRPr/>
                  </a:pPr>
                  <a:endParaRPr sz="2600">
                    <a:solidFill>
                      <a:prstClr val="black"/>
                    </a:solidFill>
                    <a:latin typeface="Maiandra GD" panose="020E0502030308020204" pitchFamily="34" charset="0"/>
                  </a:endParaRPr>
                </a:p>
              </p:txBody>
            </p:sp>
            <p:cxnSp>
              <p:nvCxnSpPr>
                <p:cNvPr id="267" name="Google Shape;1418;p56">
                  <a:extLst>
                    <a:ext uri="{FF2B5EF4-FFF2-40B4-BE49-F238E27FC236}">
                      <a16:creationId xmlns:a16="http://schemas.microsoft.com/office/drawing/2014/main" id="{D775CF89-586A-4E1A-A24C-0D720D607B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61433" y="6021847"/>
                  <a:ext cx="275291" cy="1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775EF5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7150" algn="bl" rotWithShape="0">
                    <a:srgbClr val="DFDEFF">
                      <a:alpha val="50000"/>
                    </a:srgbClr>
                  </a:outerShdw>
                </a:effectLst>
              </p:spPr>
            </p:cxnSp>
          </p:grpSp>
          <p:sp>
            <p:nvSpPr>
              <p:cNvPr id="264" name="Google Shape;1414;p56">
                <a:extLst>
                  <a:ext uri="{FF2B5EF4-FFF2-40B4-BE49-F238E27FC236}">
                    <a16:creationId xmlns:a16="http://schemas.microsoft.com/office/drawing/2014/main" id="{4BC5434B-13D1-4DEF-A2C8-997839A5ABA6}"/>
                  </a:ext>
                </a:extLst>
              </p:cNvPr>
              <p:cNvSpPr/>
              <p:nvPr/>
            </p:nvSpPr>
            <p:spPr>
              <a:xfrm>
                <a:off x="4852733" y="7256515"/>
                <a:ext cx="268380" cy="276999"/>
              </a:xfrm>
              <a:prstGeom prst="rect">
                <a:avLst/>
              </a:prstGeom>
              <a:noFill/>
              <a:ln w="19050" cap="flat" cmpd="sng">
                <a:solidFill>
                  <a:srgbClr val="775EF5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algn="bl" rotWithShape="0">
                  <a:srgbClr val="DFDEFF">
                    <a:alpha val="50000"/>
                  </a:srgbClr>
                </a:outerShdw>
              </a:effectLst>
            </p:spPr>
            <p:txBody>
              <a:bodyPr spcFirstLastPara="1" wrap="square" lIns="132058" tIns="132058" rIns="132058" bIns="132058" anchor="ctr" anchorCtr="0">
                <a:noAutofit/>
              </a:bodyPr>
              <a:lstStyle/>
              <a:p>
                <a:pPr defTabSz="495285">
                  <a:defRPr/>
                </a:pPr>
                <a:endParaRPr sz="2600">
                  <a:solidFill>
                    <a:prstClr val="black"/>
                  </a:solidFill>
                  <a:latin typeface="Maiandra GD" panose="020E0502030308020204" pitchFamily="34" charset="0"/>
                </a:endParaRPr>
              </a:p>
            </p:txBody>
          </p:sp>
          <p:sp>
            <p:nvSpPr>
              <p:cNvPr id="265" name="Google Shape;1434;p56">
                <a:extLst>
                  <a:ext uri="{FF2B5EF4-FFF2-40B4-BE49-F238E27FC236}">
                    <a16:creationId xmlns:a16="http://schemas.microsoft.com/office/drawing/2014/main" id="{EF4B1EBD-3677-4ECE-8E2B-811F51A16F6B}"/>
                  </a:ext>
                </a:extLst>
              </p:cNvPr>
              <p:cNvSpPr/>
              <p:nvPr/>
            </p:nvSpPr>
            <p:spPr>
              <a:xfrm>
                <a:off x="4861840" y="7284647"/>
                <a:ext cx="238726" cy="220733"/>
              </a:xfrm>
              <a:custGeom>
                <a:avLst/>
                <a:gdLst/>
                <a:ahLst/>
                <a:cxnLst/>
                <a:rect l="l" t="t" r="r" b="b"/>
                <a:pathLst>
                  <a:path w="200840" h="208768" extrusionOk="0">
                    <a:moveTo>
                      <a:pt x="107156" y="32033"/>
                    </a:moveTo>
                    <a:cubicBezTo>
                      <a:pt x="108917" y="32033"/>
                      <a:pt x="110516" y="32652"/>
                      <a:pt x="111658" y="33664"/>
                    </a:cubicBezTo>
                    <a:cubicBezTo>
                      <a:pt x="112669" y="34577"/>
                      <a:pt x="113321" y="35784"/>
                      <a:pt x="113321" y="37121"/>
                    </a:cubicBezTo>
                    <a:cubicBezTo>
                      <a:pt x="113321" y="38426"/>
                      <a:pt x="112669" y="39633"/>
                      <a:pt x="111658" y="40546"/>
                    </a:cubicBezTo>
                    <a:cubicBezTo>
                      <a:pt x="110516" y="41558"/>
                      <a:pt x="108917" y="42177"/>
                      <a:pt x="107156" y="42177"/>
                    </a:cubicBezTo>
                    <a:lnTo>
                      <a:pt x="91564" y="42177"/>
                    </a:lnTo>
                    <a:lnTo>
                      <a:pt x="91564" y="32033"/>
                    </a:lnTo>
                    <a:close/>
                    <a:moveTo>
                      <a:pt x="107156" y="48277"/>
                    </a:moveTo>
                    <a:cubicBezTo>
                      <a:pt x="108917" y="48277"/>
                      <a:pt x="110516" y="48930"/>
                      <a:pt x="111658" y="49908"/>
                    </a:cubicBezTo>
                    <a:cubicBezTo>
                      <a:pt x="112669" y="50822"/>
                      <a:pt x="113321" y="52061"/>
                      <a:pt x="113321" y="53366"/>
                    </a:cubicBezTo>
                    <a:cubicBezTo>
                      <a:pt x="113321" y="54671"/>
                      <a:pt x="112669" y="55910"/>
                      <a:pt x="111658" y="56824"/>
                    </a:cubicBezTo>
                    <a:cubicBezTo>
                      <a:pt x="110516" y="57802"/>
                      <a:pt x="108917" y="58422"/>
                      <a:pt x="107156" y="58422"/>
                    </a:cubicBezTo>
                    <a:lnTo>
                      <a:pt x="91564" y="58422"/>
                    </a:lnTo>
                    <a:lnTo>
                      <a:pt x="91564" y="48277"/>
                    </a:lnTo>
                    <a:close/>
                    <a:moveTo>
                      <a:pt x="95413" y="20061"/>
                    </a:moveTo>
                    <a:cubicBezTo>
                      <a:pt x="93749" y="20061"/>
                      <a:pt x="92347" y="21431"/>
                      <a:pt x="92347" y="23127"/>
                    </a:cubicBezTo>
                    <a:lnTo>
                      <a:pt x="92347" y="25933"/>
                    </a:lnTo>
                    <a:lnTo>
                      <a:pt x="82626" y="25933"/>
                    </a:lnTo>
                    <a:cubicBezTo>
                      <a:pt x="80930" y="25933"/>
                      <a:pt x="79560" y="27303"/>
                      <a:pt x="79560" y="28999"/>
                    </a:cubicBezTo>
                    <a:cubicBezTo>
                      <a:pt x="79560" y="30663"/>
                      <a:pt x="80930" y="32033"/>
                      <a:pt x="82626" y="32033"/>
                    </a:cubicBezTo>
                    <a:lnTo>
                      <a:pt x="85431" y="32033"/>
                    </a:lnTo>
                    <a:lnTo>
                      <a:pt x="85431" y="58422"/>
                    </a:lnTo>
                    <a:lnTo>
                      <a:pt x="82626" y="58422"/>
                    </a:lnTo>
                    <a:cubicBezTo>
                      <a:pt x="80930" y="58422"/>
                      <a:pt x="79560" y="59792"/>
                      <a:pt x="79560" y="61488"/>
                    </a:cubicBezTo>
                    <a:cubicBezTo>
                      <a:pt x="79560" y="63185"/>
                      <a:pt x="80930" y="64555"/>
                      <a:pt x="82626" y="64555"/>
                    </a:cubicBezTo>
                    <a:lnTo>
                      <a:pt x="92347" y="64555"/>
                    </a:lnTo>
                    <a:lnTo>
                      <a:pt x="92347" y="67360"/>
                    </a:lnTo>
                    <a:cubicBezTo>
                      <a:pt x="92347" y="69024"/>
                      <a:pt x="93749" y="70426"/>
                      <a:pt x="95413" y="70426"/>
                    </a:cubicBezTo>
                    <a:cubicBezTo>
                      <a:pt x="97109" y="70426"/>
                      <a:pt x="98479" y="69024"/>
                      <a:pt x="98479" y="67360"/>
                    </a:cubicBezTo>
                    <a:lnTo>
                      <a:pt x="98479" y="64555"/>
                    </a:lnTo>
                    <a:lnTo>
                      <a:pt x="104090" y="64555"/>
                    </a:lnTo>
                    <a:lnTo>
                      <a:pt x="104090" y="67360"/>
                    </a:lnTo>
                    <a:cubicBezTo>
                      <a:pt x="104090" y="69024"/>
                      <a:pt x="105460" y="70426"/>
                      <a:pt x="107156" y="70426"/>
                    </a:cubicBezTo>
                    <a:cubicBezTo>
                      <a:pt x="108820" y="70426"/>
                      <a:pt x="110190" y="69024"/>
                      <a:pt x="110190" y="67360"/>
                    </a:cubicBezTo>
                    <a:lnTo>
                      <a:pt x="110190" y="64196"/>
                    </a:lnTo>
                    <a:cubicBezTo>
                      <a:pt x="112310" y="63707"/>
                      <a:pt x="114169" y="62728"/>
                      <a:pt x="115670" y="61391"/>
                    </a:cubicBezTo>
                    <a:cubicBezTo>
                      <a:pt x="117986" y="59368"/>
                      <a:pt x="119454" y="56530"/>
                      <a:pt x="119454" y="53366"/>
                    </a:cubicBezTo>
                    <a:cubicBezTo>
                      <a:pt x="119454" y="50169"/>
                      <a:pt x="117986" y="47331"/>
                      <a:pt x="115572" y="45244"/>
                    </a:cubicBezTo>
                    <a:cubicBezTo>
                      <a:pt x="117986" y="43156"/>
                      <a:pt x="119454" y="40318"/>
                      <a:pt x="119454" y="37121"/>
                    </a:cubicBezTo>
                    <a:cubicBezTo>
                      <a:pt x="119454" y="33957"/>
                      <a:pt x="117986" y="31119"/>
                      <a:pt x="115670" y="29097"/>
                    </a:cubicBezTo>
                    <a:cubicBezTo>
                      <a:pt x="114169" y="27760"/>
                      <a:pt x="112310" y="26781"/>
                      <a:pt x="110190" y="26292"/>
                    </a:cubicBezTo>
                    <a:lnTo>
                      <a:pt x="110190" y="23127"/>
                    </a:lnTo>
                    <a:cubicBezTo>
                      <a:pt x="110190" y="21431"/>
                      <a:pt x="108820" y="20061"/>
                      <a:pt x="107156" y="20061"/>
                    </a:cubicBezTo>
                    <a:cubicBezTo>
                      <a:pt x="105460" y="20061"/>
                      <a:pt x="104090" y="21431"/>
                      <a:pt x="104090" y="23127"/>
                    </a:cubicBezTo>
                    <a:lnTo>
                      <a:pt x="104090" y="25933"/>
                    </a:lnTo>
                    <a:lnTo>
                      <a:pt x="98479" y="25933"/>
                    </a:lnTo>
                    <a:lnTo>
                      <a:pt x="98479" y="23127"/>
                    </a:lnTo>
                    <a:cubicBezTo>
                      <a:pt x="98479" y="21431"/>
                      <a:pt x="97109" y="20061"/>
                      <a:pt x="95413" y="20061"/>
                    </a:cubicBezTo>
                    <a:close/>
                    <a:moveTo>
                      <a:pt x="102622" y="6230"/>
                    </a:moveTo>
                    <a:cubicBezTo>
                      <a:pt x="111136" y="6883"/>
                      <a:pt x="118866" y="10275"/>
                      <a:pt x="124999" y="15494"/>
                    </a:cubicBezTo>
                    <a:lnTo>
                      <a:pt x="122683" y="17778"/>
                    </a:lnTo>
                    <a:cubicBezTo>
                      <a:pt x="121509" y="18985"/>
                      <a:pt x="121509" y="20909"/>
                      <a:pt x="122683" y="22116"/>
                    </a:cubicBezTo>
                    <a:cubicBezTo>
                      <a:pt x="123286" y="22703"/>
                      <a:pt x="124069" y="22997"/>
                      <a:pt x="124852" y="22997"/>
                    </a:cubicBezTo>
                    <a:cubicBezTo>
                      <a:pt x="125635" y="22997"/>
                      <a:pt x="126418" y="22703"/>
                      <a:pt x="127021" y="22116"/>
                    </a:cubicBezTo>
                    <a:lnTo>
                      <a:pt x="129305" y="19833"/>
                    </a:lnTo>
                    <a:cubicBezTo>
                      <a:pt x="134524" y="25933"/>
                      <a:pt x="137916" y="33696"/>
                      <a:pt x="138569" y="42177"/>
                    </a:cubicBezTo>
                    <a:lnTo>
                      <a:pt x="135339" y="42177"/>
                    </a:lnTo>
                    <a:cubicBezTo>
                      <a:pt x="133643" y="42177"/>
                      <a:pt x="132273" y="43548"/>
                      <a:pt x="132273" y="45244"/>
                    </a:cubicBezTo>
                    <a:cubicBezTo>
                      <a:pt x="132273" y="46940"/>
                      <a:pt x="133643" y="48277"/>
                      <a:pt x="135339" y="48277"/>
                    </a:cubicBezTo>
                    <a:lnTo>
                      <a:pt x="138569" y="48277"/>
                    </a:lnTo>
                    <a:cubicBezTo>
                      <a:pt x="137916" y="56791"/>
                      <a:pt x="134524" y="64555"/>
                      <a:pt x="129305" y="70655"/>
                    </a:cubicBezTo>
                    <a:lnTo>
                      <a:pt x="127021" y="68371"/>
                    </a:lnTo>
                    <a:cubicBezTo>
                      <a:pt x="126418" y="67768"/>
                      <a:pt x="125635" y="67466"/>
                      <a:pt x="124852" y="67466"/>
                    </a:cubicBezTo>
                    <a:cubicBezTo>
                      <a:pt x="124069" y="67466"/>
                      <a:pt x="123286" y="67768"/>
                      <a:pt x="122683" y="68371"/>
                    </a:cubicBezTo>
                    <a:cubicBezTo>
                      <a:pt x="121509" y="69578"/>
                      <a:pt x="121509" y="71503"/>
                      <a:pt x="122683" y="72677"/>
                    </a:cubicBezTo>
                    <a:lnTo>
                      <a:pt x="124999" y="74993"/>
                    </a:lnTo>
                    <a:cubicBezTo>
                      <a:pt x="118866" y="80212"/>
                      <a:pt x="111136" y="83572"/>
                      <a:pt x="102622" y="84224"/>
                    </a:cubicBezTo>
                    <a:lnTo>
                      <a:pt x="102622" y="81028"/>
                    </a:lnTo>
                    <a:cubicBezTo>
                      <a:pt x="102622" y="79332"/>
                      <a:pt x="101252" y="77961"/>
                      <a:pt x="99556" y="77961"/>
                    </a:cubicBezTo>
                    <a:cubicBezTo>
                      <a:pt x="97892" y="77961"/>
                      <a:pt x="96522" y="79332"/>
                      <a:pt x="96522" y="81028"/>
                    </a:cubicBezTo>
                    <a:lnTo>
                      <a:pt x="96522" y="84224"/>
                    </a:lnTo>
                    <a:cubicBezTo>
                      <a:pt x="88008" y="83572"/>
                      <a:pt x="80277" y="80212"/>
                      <a:pt x="74145" y="74993"/>
                    </a:cubicBezTo>
                    <a:lnTo>
                      <a:pt x="76428" y="72677"/>
                    </a:lnTo>
                    <a:cubicBezTo>
                      <a:pt x="77635" y="71503"/>
                      <a:pt x="77635" y="69578"/>
                      <a:pt x="76428" y="68371"/>
                    </a:cubicBezTo>
                    <a:cubicBezTo>
                      <a:pt x="75841" y="67768"/>
                      <a:pt x="75058" y="67466"/>
                      <a:pt x="74275" y="67466"/>
                    </a:cubicBezTo>
                    <a:cubicBezTo>
                      <a:pt x="73492" y="67466"/>
                      <a:pt x="72710" y="67768"/>
                      <a:pt x="72122" y="68371"/>
                    </a:cubicBezTo>
                    <a:lnTo>
                      <a:pt x="69839" y="70655"/>
                    </a:lnTo>
                    <a:cubicBezTo>
                      <a:pt x="64620" y="64555"/>
                      <a:pt x="61227" y="56791"/>
                      <a:pt x="60575" y="48277"/>
                    </a:cubicBezTo>
                    <a:lnTo>
                      <a:pt x="63804" y="48277"/>
                    </a:lnTo>
                    <a:cubicBezTo>
                      <a:pt x="65468" y="48277"/>
                      <a:pt x="66871" y="46940"/>
                      <a:pt x="66871" y="45244"/>
                    </a:cubicBezTo>
                    <a:cubicBezTo>
                      <a:pt x="66871" y="43548"/>
                      <a:pt x="65468" y="42177"/>
                      <a:pt x="63804" y="42177"/>
                    </a:cubicBezTo>
                    <a:lnTo>
                      <a:pt x="60575" y="42177"/>
                    </a:lnTo>
                    <a:cubicBezTo>
                      <a:pt x="61227" y="33696"/>
                      <a:pt x="64620" y="25933"/>
                      <a:pt x="69839" y="19833"/>
                    </a:cubicBezTo>
                    <a:lnTo>
                      <a:pt x="72122" y="22116"/>
                    </a:lnTo>
                    <a:cubicBezTo>
                      <a:pt x="72710" y="22703"/>
                      <a:pt x="73492" y="22997"/>
                      <a:pt x="74275" y="22997"/>
                    </a:cubicBezTo>
                    <a:cubicBezTo>
                      <a:pt x="75058" y="22997"/>
                      <a:pt x="75841" y="22703"/>
                      <a:pt x="76428" y="22116"/>
                    </a:cubicBezTo>
                    <a:cubicBezTo>
                      <a:pt x="77635" y="20909"/>
                      <a:pt x="77635" y="18985"/>
                      <a:pt x="76428" y="17778"/>
                    </a:cubicBezTo>
                    <a:lnTo>
                      <a:pt x="74145" y="15494"/>
                    </a:lnTo>
                    <a:cubicBezTo>
                      <a:pt x="80277" y="10275"/>
                      <a:pt x="88008" y="6883"/>
                      <a:pt x="96522" y="6230"/>
                    </a:cubicBezTo>
                    <a:lnTo>
                      <a:pt x="96522" y="9460"/>
                    </a:lnTo>
                    <a:cubicBezTo>
                      <a:pt x="96522" y="11156"/>
                      <a:pt x="97892" y="12526"/>
                      <a:pt x="99556" y="12526"/>
                    </a:cubicBezTo>
                    <a:cubicBezTo>
                      <a:pt x="101252" y="12526"/>
                      <a:pt x="102622" y="11156"/>
                      <a:pt x="102622" y="9460"/>
                    </a:cubicBezTo>
                    <a:lnTo>
                      <a:pt x="102622" y="6230"/>
                    </a:lnTo>
                    <a:close/>
                    <a:moveTo>
                      <a:pt x="153443" y="82920"/>
                    </a:moveTo>
                    <a:cubicBezTo>
                      <a:pt x="154259" y="84159"/>
                      <a:pt x="155205" y="85334"/>
                      <a:pt x="156281" y="86377"/>
                    </a:cubicBezTo>
                    <a:cubicBezTo>
                      <a:pt x="157325" y="87454"/>
                      <a:pt x="158499" y="88400"/>
                      <a:pt x="159739" y="89215"/>
                    </a:cubicBezTo>
                    <a:cubicBezTo>
                      <a:pt x="158499" y="90031"/>
                      <a:pt x="157325" y="91009"/>
                      <a:pt x="156281" y="92053"/>
                    </a:cubicBezTo>
                    <a:cubicBezTo>
                      <a:pt x="155205" y="93130"/>
                      <a:pt x="154259" y="94304"/>
                      <a:pt x="153443" y="95544"/>
                    </a:cubicBezTo>
                    <a:cubicBezTo>
                      <a:pt x="152628" y="94304"/>
                      <a:pt x="151649" y="93130"/>
                      <a:pt x="150605" y="92053"/>
                    </a:cubicBezTo>
                    <a:cubicBezTo>
                      <a:pt x="149562" y="91009"/>
                      <a:pt x="148387" y="90031"/>
                      <a:pt x="147115" y="89215"/>
                    </a:cubicBezTo>
                    <a:cubicBezTo>
                      <a:pt x="148387" y="88400"/>
                      <a:pt x="149562" y="87454"/>
                      <a:pt x="150605" y="86377"/>
                    </a:cubicBezTo>
                    <a:cubicBezTo>
                      <a:pt x="151649" y="85334"/>
                      <a:pt x="152628" y="84159"/>
                      <a:pt x="153443" y="82920"/>
                    </a:cubicBezTo>
                    <a:close/>
                    <a:moveTo>
                      <a:pt x="153443" y="70263"/>
                    </a:moveTo>
                    <a:cubicBezTo>
                      <a:pt x="151747" y="70263"/>
                      <a:pt x="150377" y="71633"/>
                      <a:pt x="150377" y="73329"/>
                    </a:cubicBezTo>
                    <a:cubicBezTo>
                      <a:pt x="150377" y="76428"/>
                      <a:pt x="148746" y="79625"/>
                      <a:pt x="146300" y="82072"/>
                    </a:cubicBezTo>
                    <a:cubicBezTo>
                      <a:pt x="143821" y="84518"/>
                      <a:pt x="140624" y="86182"/>
                      <a:pt x="137525" y="86182"/>
                    </a:cubicBezTo>
                    <a:cubicBezTo>
                      <a:pt x="135829" y="86182"/>
                      <a:pt x="134491" y="87519"/>
                      <a:pt x="134491" y="89215"/>
                    </a:cubicBezTo>
                    <a:cubicBezTo>
                      <a:pt x="134491" y="90912"/>
                      <a:pt x="135829" y="92282"/>
                      <a:pt x="137525" y="92282"/>
                    </a:cubicBezTo>
                    <a:cubicBezTo>
                      <a:pt x="140624" y="92282"/>
                      <a:pt x="143821" y="93913"/>
                      <a:pt x="146300" y="96392"/>
                    </a:cubicBezTo>
                    <a:cubicBezTo>
                      <a:pt x="148746" y="98838"/>
                      <a:pt x="150377" y="102035"/>
                      <a:pt x="150377" y="105134"/>
                    </a:cubicBezTo>
                    <a:cubicBezTo>
                      <a:pt x="150377" y="106830"/>
                      <a:pt x="151747" y="108200"/>
                      <a:pt x="153443" y="108200"/>
                    </a:cubicBezTo>
                    <a:cubicBezTo>
                      <a:pt x="155140" y="108200"/>
                      <a:pt x="156510" y="106830"/>
                      <a:pt x="156510" y="105134"/>
                    </a:cubicBezTo>
                    <a:cubicBezTo>
                      <a:pt x="156510" y="102035"/>
                      <a:pt x="158141" y="98838"/>
                      <a:pt x="160587" y="96392"/>
                    </a:cubicBezTo>
                    <a:cubicBezTo>
                      <a:pt x="163034" y="93913"/>
                      <a:pt x="166263" y="92282"/>
                      <a:pt x="169362" y="92282"/>
                    </a:cubicBezTo>
                    <a:cubicBezTo>
                      <a:pt x="171058" y="92282"/>
                      <a:pt x="172395" y="90912"/>
                      <a:pt x="172395" y="89215"/>
                    </a:cubicBezTo>
                    <a:cubicBezTo>
                      <a:pt x="172395" y="87519"/>
                      <a:pt x="171058" y="86182"/>
                      <a:pt x="169362" y="86182"/>
                    </a:cubicBezTo>
                    <a:cubicBezTo>
                      <a:pt x="166263" y="86182"/>
                      <a:pt x="163034" y="84518"/>
                      <a:pt x="160587" y="82072"/>
                    </a:cubicBezTo>
                    <a:cubicBezTo>
                      <a:pt x="158141" y="79625"/>
                      <a:pt x="156510" y="76428"/>
                      <a:pt x="156510" y="73329"/>
                    </a:cubicBezTo>
                    <a:cubicBezTo>
                      <a:pt x="156510" y="71633"/>
                      <a:pt x="155140" y="70263"/>
                      <a:pt x="153443" y="70263"/>
                    </a:cubicBezTo>
                    <a:close/>
                    <a:moveTo>
                      <a:pt x="28640" y="92967"/>
                    </a:moveTo>
                    <a:cubicBezTo>
                      <a:pt x="30173" y="95870"/>
                      <a:pt x="32163" y="98577"/>
                      <a:pt x="34512" y="100926"/>
                    </a:cubicBezTo>
                    <a:cubicBezTo>
                      <a:pt x="36860" y="103274"/>
                      <a:pt x="39568" y="105297"/>
                      <a:pt x="42471" y="106797"/>
                    </a:cubicBezTo>
                    <a:cubicBezTo>
                      <a:pt x="39568" y="108298"/>
                      <a:pt x="36860" y="110320"/>
                      <a:pt x="34512" y="112669"/>
                    </a:cubicBezTo>
                    <a:cubicBezTo>
                      <a:pt x="32163" y="115018"/>
                      <a:pt x="30173" y="117725"/>
                      <a:pt x="28640" y="120628"/>
                    </a:cubicBezTo>
                    <a:cubicBezTo>
                      <a:pt x="27140" y="117725"/>
                      <a:pt x="25117" y="115018"/>
                      <a:pt x="22769" y="112669"/>
                    </a:cubicBezTo>
                    <a:cubicBezTo>
                      <a:pt x="20420" y="110320"/>
                      <a:pt x="17713" y="108298"/>
                      <a:pt x="14809" y="106797"/>
                    </a:cubicBezTo>
                    <a:cubicBezTo>
                      <a:pt x="17713" y="105297"/>
                      <a:pt x="20420" y="103274"/>
                      <a:pt x="22769" y="100926"/>
                    </a:cubicBezTo>
                    <a:cubicBezTo>
                      <a:pt x="25117" y="98577"/>
                      <a:pt x="27140" y="95870"/>
                      <a:pt x="28640" y="92967"/>
                    </a:cubicBezTo>
                    <a:close/>
                    <a:moveTo>
                      <a:pt x="181855" y="122716"/>
                    </a:moveTo>
                    <a:cubicBezTo>
                      <a:pt x="182671" y="123988"/>
                      <a:pt x="183617" y="125130"/>
                      <a:pt x="184693" y="126206"/>
                    </a:cubicBezTo>
                    <a:cubicBezTo>
                      <a:pt x="185737" y="127283"/>
                      <a:pt x="186944" y="128229"/>
                      <a:pt x="188183" y="129044"/>
                    </a:cubicBezTo>
                    <a:cubicBezTo>
                      <a:pt x="186944" y="129860"/>
                      <a:pt x="185737" y="130806"/>
                      <a:pt x="184693" y="131882"/>
                    </a:cubicBezTo>
                    <a:cubicBezTo>
                      <a:pt x="183617" y="132926"/>
                      <a:pt x="182671" y="134100"/>
                      <a:pt x="181855" y="135372"/>
                    </a:cubicBezTo>
                    <a:cubicBezTo>
                      <a:pt x="181040" y="134100"/>
                      <a:pt x="180094" y="132926"/>
                      <a:pt x="179017" y="131882"/>
                    </a:cubicBezTo>
                    <a:cubicBezTo>
                      <a:pt x="177973" y="130806"/>
                      <a:pt x="176799" y="129860"/>
                      <a:pt x="175560" y="129044"/>
                    </a:cubicBezTo>
                    <a:cubicBezTo>
                      <a:pt x="176799" y="128229"/>
                      <a:pt x="177973" y="127283"/>
                      <a:pt x="179017" y="126206"/>
                    </a:cubicBezTo>
                    <a:cubicBezTo>
                      <a:pt x="180094" y="125130"/>
                      <a:pt x="181040" y="123988"/>
                      <a:pt x="181855" y="122716"/>
                    </a:cubicBezTo>
                    <a:close/>
                    <a:moveTo>
                      <a:pt x="28640" y="78157"/>
                    </a:moveTo>
                    <a:cubicBezTo>
                      <a:pt x="26944" y="78157"/>
                      <a:pt x="25574" y="79527"/>
                      <a:pt x="25574" y="81223"/>
                    </a:cubicBezTo>
                    <a:cubicBezTo>
                      <a:pt x="25574" y="86704"/>
                      <a:pt x="22703" y="92314"/>
                      <a:pt x="18463" y="96620"/>
                    </a:cubicBezTo>
                    <a:cubicBezTo>
                      <a:pt x="14190" y="100861"/>
                      <a:pt x="8546" y="103731"/>
                      <a:pt x="3066" y="103731"/>
                    </a:cubicBezTo>
                    <a:cubicBezTo>
                      <a:pt x="1370" y="103731"/>
                      <a:pt x="0" y="105101"/>
                      <a:pt x="0" y="106797"/>
                    </a:cubicBezTo>
                    <a:cubicBezTo>
                      <a:pt x="0" y="108494"/>
                      <a:pt x="1370" y="109864"/>
                      <a:pt x="3066" y="109864"/>
                    </a:cubicBezTo>
                    <a:cubicBezTo>
                      <a:pt x="8546" y="109864"/>
                      <a:pt x="14190" y="112702"/>
                      <a:pt x="18463" y="117007"/>
                    </a:cubicBezTo>
                    <a:cubicBezTo>
                      <a:pt x="22703" y="121248"/>
                      <a:pt x="25574" y="126891"/>
                      <a:pt x="25574" y="132404"/>
                    </a:cubicBezTo>
                    <a:cubicBezTo>
                      <a:pt x="25574" y="134068"/>
                      <a:pt x="26944" y="135438"/>
                      <a:pt x="28640" y="135438"/>
                    </a:cubicBezTo>
                    <a:cubicBezTo>
                      <a:pt x="30336" y="135438"/>
                      <a:pt x="31706" y="134068"/>
                      <a:pt x="31706" y="132404"/>
                    </a:cubicBezTo>
                    <a:cubicBezTo>
                      <a:pt x="31706" y="126891"/>
                      <a:pt x="34577" y="121248"/>
                      <a:pt x="38850" y="117007"/>
                    </a:cubicBezTo>
                    <a:cubicBezTo>
                      <a:pt x="43123" y="112702"/>
                      <a:pt x="48734" y="109864"/>
                      <a:pt x="54214" y="109864"/>
                    </a:cubicBezTo>
                    <a:cubicBezTo>
                      <a:pt x="55943" y="109864"/>
                      <a:pt x="57280" y="108494"/>
                      <a:pt x="57280" y="106797"/>
                    </a:cubicBezTo>
                    <a:cubicBezTo>
                      <a:pt x="57280" y="105101"/>
                      <a:pt x="55943" y="103731"/>
                      <a:pt x="54214" y="103731"/>
                    </a:cubicBezTo>
                    <a:cubicBezTo>
                      <a:pt x="48734" y="103731"/>
                      <a:pt x="43123" y="100861"/>
                      <a:pt x="38850" y="96620"/>
                    </a:cubicBezTo>
                    <a:cubicBezTo>
                      <a:pt x="34577" y="92314"/>
                      <a:pt x="31706" y="86704"/>
                      <a:pt x="31706" y="81223"/>
                    </a:cubicBezTo>
                    <a:cubicBezTo>
                      <a:pt x="31706" y="79527"/>
                      <a:pt x="30336" y="78157"/>
                      <a:pt x="28640" y="78157"/>
                    </a:cubicBezTo>
                    <a:close/>
                    <a:moveTo>
                      <a:pt x="181855" y="110059"/>
                    </a:moveTo>
                    <a:cubicBezTo>
                      <a:pt x="180159" y="110059"/>
                      <a:pt x="178789" y="111429"/>
                      <a:pt x="178789" y="113126"/>
                    </a:cubicBezTo>
                    <a:cubicBezTo>
                      <a:pt x="178789" y="116225"/>
                      <a:pt x="177158" y="119421"/>
                      <a:pt x="174711" y="121868"/>
                    </a:cubicBezTo>
                    <a:cubicBezTo>
                      <a:pt x="172265" y="124347"/>
                      <a:pt x="169036" y="125978"/>
                      <a:pt x="165937" y="125978"/>
                    </a:cubicBezTo>
                    <a:cubicBezTo>
                      <a:pt x="164273" y="125978"/>
                      <a:pt x="162871" y="127348"/>
                      <a:pt x="162871" y="129044"/>
                    </a:cubicBezTo>
                    <a:cubicBezTo>
                      <a:pt x="162871" y="130740"/>
                      <a:pt x="164273" y="132110"/>
                      <a:pt x="165937" y="132110"/>
                    </a:cubicBezTo>
                    <a:cubicBezTo>
                      <a:pt x="169036" y="132110"/>
                      <a:pt x="172265" y="133741"/>
                      <a:pt x="174711" y="136188"/>
                    </a:cubicBezTo>
                    <a:cubicBezTo>
                      <a:pt x="177158" y="138667"/>
                      <a:pt x="178789" y="141831"/>
                      <a:pt x="178789" y="144963"/>
                    </a:cubicBezTo>
                    <a:cubicBezTo>
                      <a:pt x="178789" y="146626"/>
                      <a:pt x="180159" y="148029"/>
                      <a:pt x="181855" y="148029"/>
                    </a:cubicBezTo>
                    <a:cubicBezTo>
                      <a:pt x="183551" y="148029"/>
                      <a:pt x="184921" y="146626"/>
                      <a:pt x="184921" y="144963"/>
                    </a:cubicBezTo>
                    <a:cubicBezTo>
                      <a:pt x="184921" y="141831"/>
                      <a:pt x="186552" y="138667"/>
                      <a:pt x="189032" y="136188"/>
                    </a:cubicBezTo>
                    <a:cubicBezTo>
                      <a:pt x="191478" y="133741"/>
                      <a:pt x="194675" y="132110"/>
                      <a:pt x="197774" y="132110"/>
                    </a:cubicBezTo>
                    <a:cubicBezTo>
                      <a:pt x="199470" y="132110"/>
                      <a:pt x="200840" y="130740"/>
                      <a:pt x="200840" y="129044"/>
                    </a:cubicBezTo>
                    <a:cubicBezTo>
                      <a:pt x="200840" y="127348"/>
                      <a:pt x="199470" y="125978"/>
                      <a:pt x="197774" y="125978"/>
                    </a:cubicBezTo>
                    <a:cubicBezTo>
                      <a:pt x="194675" y="125978"/>
                      <a:pt x="191478" y="124347"/>
                      <a:pt x="189032" y="121868"/>
                    </a:cubicBezTo>
                    <a:cubicBezTo>
                      <a:pt x="186552" y="119421"/>
                      <a:pt x="184921" y="116225"/>
                      <a:pt x="184921" y="113126"/>
                    </a:cubicBezTo>
                    <a:cubicBezTo>
                      <a:pt x="184921" y="111429"/>
                      <a:pt x="183551" y="110059"/>
                      <a:pt x="181855" y="110059"/>
                    </a:cubicBezTo>
                    <a:close/>
                    <a:moveTo>
                      <a:pt x="107939" y="129892"/>
                    </a:moveTo>
                    <a:cubicBezTo>
                      <a:pt x="107123" y="131328"/>
                      <a:pt x="106471" y="132861"/>
                      <a:pt x="105851" y="134394"/>
                    </a:cubicBezTo>
                    <a:lnTo>
                      <a:pt x="99556" y="150410"/>
                    </a:lnTo>
                    <a:lnTo>
                      <a:pt x="93293" y="134394"/>
                    </a:lnTo>
                    <a:cubicBezTo>
                      <a:pt x="92673" y="132861"/>
                      <a:pt x="92020" y="131328"/>
                      <a:pt x="91205" y="129892"/>
                    </a:cubicBezTo>
                    <a:close/>
                    <a:moveTo>
                      <a:pt x="81778" y="129892"/>
                    </a:moveTo>
                    <a:cubicBezTo>
                      <a:pt x="83115" y="129892"/>
                      <a:pt x="84126" y="130545"/>
                      <a:pt x="84909" y="131491"/>
                    </a:cubicBezTo>
                    <a:cubicBezTo>
                      <a:pt x="85986" y="132763"/>
                      <a:pt x="86834" y="134655"/>
                      <a:pt x="87617" y="136645"/>
                    </a:cubicBezTo>
                    <a:lnTo>
                      <a:pt x="96294" y="158728"/>
                    </a:lnTo>
                    <a:cubicBezTo>
                      <a:pt x="96652" y="159707"/>
                      <a:pt x="96587" y="160783"/>
                      <a:pt x="95967" y="161664"/>
                    </a:cubicBezTo>
                    <a:cubicBezTo>
                      <a:pt x="95543" y="162219"/>
                      <a:pt x="94989" y="162643"/>
                      <a:pt x="94271" y="162936"/>
                    </a:cubicBezTo>
                    <a:cubicBezTo>
                      <a:pt x="93782" y="163099"/>
                      <a:pt x="93227" y="163230"/>
                      <a:pt x="92608" y="163230"/>
                    </a:cubicBezTo>
                    <a:lnTo>
                      <a:pt x="44526" y="163230"/>
                    </a:lnTo>
                    <a:cubicBezTo>
                      <a:pt x="43906" y="163230"/>
                      <a:pt x="43352" y="163099"/>
                      <a:pt x="42830" y="162936"/>
                    </a:cubicBezTo>
                    <a:cubicBezTo>
                      <a:pt x="42145" y="162643"/>
                      <a:pt x="41558" y="162219"/>
                      <a:pt x="41166" y="161664"/>
                    </a:cubicBezTo>
                    <a:cubicBezTo>
                      <a:pt x="40807" y="161175"/>
                      <a:pt x="40612" y="160588"/>
                      <a:pt x="40612" y="159968"/>
                    </a:cubicBezTo>
                    <a:cubicBezTo>
                      <a:pt x="40612" y="159544"/>
                      <a:pt x="40677" y="159152"/>
                      <a:pt x="40840" y="158728"/>
                    </a:cubicBezTo>
                    <a:lnTo>
                      <a:pt x="49517" y="136645"/>
                    </a:lnTo>
                    <a:cubicBezTo>
                      <a:pt x="50300" y="134655"/>
                      <a:pt x="51148" y="132763"/>
                      <a:pt x="52224" y="131491"/>
                    </a:cubicBezTo>
                    <a:cubicBezTo>
                      <a:pt x="53007" y="130545"/>
                      <a:pt x="54018" y="129892"/>
                      <a:pt x="55356" y="129892"/>
                    </a:cubicBezTo>
                    <a:close/>
                    <a:moveTo>
                      <a:pt x="143788" y="129892"/>
                    </a:moveTo>
                    <a:cubicBezTo>
                      <a:pt x="145125" y="129892"/>
                      <a:pt x="146104" y="130545"/>
                      <a:pt x="146919" y="131491"/>
                    </a:cubicBezTo>
                    <a:cubicBezTo>
                      <a:pt x="147996" y="132763"/>
                      <a:pt x="148844" y="134655"/>
                      <a:pt x="149627" y="136645"/>
                    </a:cubicBezTo>
                    <a:lnTo>
                      <a:pt x="158271" y="158728"/>
                    </a:lnTo>
                    <a:cubicBezTo>
                      <a:pt x="158434" y="159152"/>
                      <a:pt x="158532" y="159544"/>
                      <a:pt x="158532" y="159968"/>
                    </a:cubicBezTo>
                    <a:cubicBezTo>
                      <a:pt x="158532" y="160588"/>
                      <a:pt x="158304" y="161175"/>
                      <a:pt x="157978" y="161664"/>
                    </a:cubicBezTo>
                    <a:cubicBezTo>
                      <a:pt x="157586" y="162219"/>
                      <a:pt x="156999" y="162643"/>
                      <a:pt x="156281" y="162936"/>
                    </a:cubicBezTo>
                    <a:cubicBezTo>
                      <a:pt x="155792" y="163099"/>
                      <a:pt x="155237" y="163230"/>
                      <a:pt x="154618" y="163230"/>
                    </a:cubicBezTo>
                    <a:lnTo>
                      <a:pt x="106536" y="163230"/>
                    </a:lnTo>
                    <a:cubicBezTo>
                      <a:pt x="105916" y="163230"/>
                      <a:pt x="105362" y="163099"/>
                      <a:pt x="104840" y="162936"/>
                    </a:cubicBezTo>
                    <a:cubicBezTo>
                      <a:pt x="104155" y="162643"/>
                      <a:pt x="103568" y="162219"/>
                      <a:pt x="103176" y="161664"/>
                    </a:cubicBezTo>
                    <a:cubicBezTo>
                      <a:pt x="102524" y="160783"/>
                      <a:pt x="102491" y="159707"/>
                      <a:pt x="102850" y="158728"/>
                    </a:cubicBezTo>
                    <a:lnTo>
                      <a:pt x="111527" y="136645"/>
                    </a:lnTo>
                    <a:cubicBezTo>
                      <a:pt x="112310" y="134655"/>
                      <a:pt x="113158" y="132763"/>
                      <a:pt x="114234" y="131491"/>
                    </a:cubicBezTo>
                    <a:cubicBezTo>
                      <a:pt x="115017" y="130545"/>
                      <a:pt x="116029" y="129892"/>
                      <a:pt x="117366" y="129892"/>
                    </a:cubicBezTo>
                    <a:close/>
                    <a:moveTo>
                      <a:pt x="76917" y="169330"/>
                    </a:moveTo>
                    <a:cubicBezTo>
                      <a:pt x="76135" y="170765"/>
                      <a:pt x="75450" y="172298"/>
                      <a:pt x="74862" y="173831"/>
                    </a:cubicBezTo>
                    <a:lnTo>
                      <a:pt x="68567" y="189848"/>
                    </a:lnTo>
                    <a:lnTo>
                      <a:pt x="62271" y="173831"/>
                    </a:lnTo>
                    <a:cubicBezTo>
                      <a:pt x="61684" y="172298"/>
                      <a:pt x="60999" y="170765"/>
                      <a:pt x="60216" y="169330"/>
                    </a:cubicBezTo>
                    <a:close/>
                    <a:moveTo>
                      <a:pt x="138928" y="169330"/>
                    </a:moveTo>
                    <a:cubicBezTo>
                      <a:pt x="138112" y="170765"/>
                      <a:pt x="137460" y="172298"/>
                      <a:pt x="136840" y="173831"/>
                    </a:cubicBezTo>
                    <a:lnTo>
                      <a:pt x="130577" y="189848"/>
                    </a:lnTo>
                    <a:lnTo>
                      <a:pt x="124281" y="173831"/>
                    </a:lnTo>
                    <a:cubicBezTo>
                      <a:pt x="123694" y="172298"/>
                      <a:pt x="123009" y="170765"/>
                      <a:pt x="122226" y="169330"/>
                    </a:cubicBezTo>
                    <a:close/>
                    <a:moveTo>
                      <a:pt x="112767" y="169330"/>
                    </a:moveTo>
                    <a:cubicBezTo>
                      <a:pt x="114137" y="169330"/>
                      <a:pt x="115115" y="169949"/>
                      <a:pt x="115898" y="170928"/>
                    </a:cubicBezTo>
                    <a:cubicBezTo>
                      <a:pt x="117007" y="172200"/>
                      <a:pt x="117855" y="174092"/>
                      <a:pt x="118606" y="176049"/>
                    </a:cubicBezTo>
                    <a:lnTo>
                      <a:pt x="127282" y="198166"/>
                    </a:lnTo>
                    <a:cubicBezTo>
                      <a:pt x="127641" y="199144"/>
                      <a:pt x="127609" y="200221"/>
                      <a:pt x="126956" y="201101"/>
                    </a:cubicBezTo>
                    <a:cubicBezTo>
                      <a:pt x="126565" y="201623"/>
                      <a:pt x="126010" y="202080"/>
                      <a:pt x="125293" y="202341"/>
                    </a:cubicBezTo>
                    <a:cubicBezTo>
                      <a:pt x="124803" y="202537"/>
                      <a:pt x="124216" y="202667"/>
                      <a:pt x="123629" y="202667"/>
                    </a:cubicBezTo>
                    <a:lnTo>
                      <a:pt x="75515" y="202667"/>
                    </a:lnTo>
                    <a:cubicBezTo>
                      <a:pt x="74895" y="202667"/>
                      <a:pt x="74341" y="202537"/>
                      <a:pt x="73851" y="202341"/>
                    </a:cubicBezTo>
                    <a:cubicBezTo>
                      <a:pt x="73134" y="202080"/>
                      <a:pt x="72579" y="201623"/>
                      <a:pt x="72188" y="201101"/>
                    </a:cubicBezTo>
                    <a:cubicBezTo>
                      <a:pt x="71535" y="200221"/>
                      <a:pt x="71470" y="199144"/>
                      <a:pt x="71861" y="198166"/>
                    </a:cubicBezTo>
                    <a:lnTo>
                      <a:pt x="80538" y="176049"/>
                    </a:lnTo>
                    <a:cubicBezTo>
                      <a:pt x="81289" y="174092"/>
                      <a:pt x="82137" y="172200"/>
                      <a:pt x="83213" y="170928"/>
                    </a:cubicBezTo>
                    <a:cubicBezTo>
                      <a:pt x="84029" y="169949"/>
                      <a:pt x="85007" y="169330"/>
                      <a:pt x="86345" y="169330"/>
                    </a:cubicBezTo>
                    <a:close/>
                    <a:moveTo>
                      <a:pt x="174777" y="169330"/>
                    </a:moveTo>
                    <a:cubicBezTo>
                      <a:pt x="176147" y="169330"/>
                      <a:pt x="177125" y="169949"/>
                      <a:pt x="177908" y="170928"/>
                    </a:cubicBezTo>
                    <a:cubicBezTo>
                      <a:pt x="178985" y="172200"/>
                      <a:pt x="179833" y="174092"/>
                      <a:pt x="180616" y="176049"/>
                    </a:cubicBezTo>
                    <a:lnTo>
                      <a:pt x="189293" y="198166"/>
                    </a:lnTo>
                    <a:cubicBezTo>
                      <a:pt x="189456" y="198557"/>
                      <a:pt x="189521" y="198981"/>
                      <a:pt x="189521" y="199373"/>
                    </a:cubicBezTo>
                    <a:cubicBezTo>
                      <a:pt x="189521" y="200025"/>
                      <a:pt x="189325" y="200612"/>
                      <a:pt x="188966" y="201101"/>
                    </a:cubicBezTo>
                    <a:cubicBezTo>
                      <a:pt x="188575" y="201623"/>
                      <a:pt x="187988" y="202080"/>
                      <a:pt x="187303" y="202341"/>
                    </a:cubicBezTo>
                    <a:cubicBezTo>
                      <a:pt x="186813" y="202537"/>
                      <a:pt x="186226" y="202667"/>
                      <a:pt x="185606" y="202667"/>
                    </a:cubicBezTo>
                    <a:lnTo>
                      <a:pt x="137525" y="202667"/>
                    </a:lnTo>
                    <a:cubicBezTo>
                      <a:pt x="136905" y="202667"/>
                      <a:pt x="136351" y="202537"/>
                      <a:pt x="135861" y="202341"/>
                    </a:cubicBezTo>
                    <a:cubicBezTo>
                      <a:pt x="135144" y="202080"/>
                      <a:pt x="134589" y="201623"/>
                      <a:pt x="134198" y="201101"/>
                    </a:cubicBezTo>
                    <a:cubicBezTo>
                      <a:pt x="133545" y="200221"/>
                      <a:pt x="133480" y="199144"/>
                      <a:pt x="133872" y="198166"/>
                    </a:cubicBezTo>
                    <a:lnTo>
                      <a:pt x="142516" y="176049"/>
                    </a:lnTo>
                    <a:cubicBezTo>
                      <a:pt x="143299" y="174092"/>
                      <a:pt x="144147" y="172200"/>
                      <a:pt x="145223" y="170928"/>
                    </a:cubicBezTo>
                    <a:cubicBezTo>
                      <a:pt x="146039" y="169949"/>
                      <a:pt x="147017" y="169330"/>
                      <a:pt x="148355" y="169330"/>
                    </a:cubicBezTo>
                    <a:close/>
                    <a:moveTo>
                      <a:pt x="99556" y="0"/>
                    </a:moveTo>
                    <a:cubicBezTo>
                      <a:pt x="87062" y="0"/>
                      <a:pt x="75776" y="5056"/>
                      <a:pt x="67588" y="13244"/>
                    </a:cubicBezTo>
                    <a:cubicBezTo>
                      <a:pt x="64359" y="16473"/>
                      <a:pt x="61586" y="20192"/>
                      <a:pt x="59466" y="24269"/>
                    </a:cubicBezTo>
                    <a:cubicBezTo>
                      <a:pt x="52942" y="36730"/>
                      <a:pt x="52616" y="51670"/>
                      <a:pt x="58585" y="64359"/>
                    </a:cubicBezTo>
                    <a:cubicBezTo>
                      <a:pt x="63054" y="73982"/>
                      <a:pt x="70850" y="81778"/>
                      <a:pt x="80473" y="86247"/>
                    </a:cubicBezTo>
                    <a:cubicBezTo>
                      <a:pt x="79788" y="86801"/>
                      <a:pt x="79136" y="87421"/>
                      <a:pt x="78548" y="88139"/>
                    </a:cubicBezTo>
                    <a:cubicBezTo>
                      <a:pt x="76917" y="90063"/>
                      <a:pt x="75808" y="92510"/>
                      <a:pt x="74862" y="94989"/>
                    </a:cubicBezTo>
                    <a:lnTo>
                      <a:pt x="74047" y="97044"/>
                    </a:lnTo>
                    <a:cubicBezTo>
                      <a:pt x="73427" y="98610"/>
                      <a:pt x="74210" y="100371"/>
                      <a:pt x="75776" y="100991"/>
                    </a:cubicBezTo>
                    <a:cubicBezTo>
                      <a:pt x="76140" y="101135"/>
                      <a:pt x="76516" y="101204"/>
                      <a:pt x="76885" y="101204"/>
                    </a:cubicBezTo>
                    <a:cubicBezTo>
                      <a:pt x="78100" y="101204"/>
                      <a:pt x="79247" y="100463"/>
                      <a:pt x="79723" y="99262"/>
                    </a:cubicBezTo>
                    <a:lnTo>
                      <a:pt x="80538" y="97207"/>
                    </a:lnTo>
                    <a:cubicBezTo>
                      <a:pt x="81289" y="95217"/>
                      <a:pt x="82137" y="93325"/>
                      <a:pt x="83213" y="92053"/>
                    </a:cubicBezTo>
                    <a:cubicBezTo>
                      <a:pt x="84029" y="91107"/>
                      <a:pt x="85007" y="90488"/>
                      <a:pt x="86345" y="90488"/>
                    </a:cubicBezTo>
                    <a:lnTo>
                      <a:pt x="112767" y="90488"/>
                    </a:lnTo>
                    <a:cubicBezTo>
                      <a:pt x="114137" y="90488"/>
                      <a:pt x="115115" y="91107"/>
                      <a:pt x="115931" y="92053"/>
                    </a:cubicBezTo>
                    <a:cubicBezTo>
                      <a:pt x="117007" y="93325"/>
                      <a:pt x="117855" y="95217"/>
                      <a:pt x="118606" y="97207"/>
                    </a:cubicBezTo>
                    <a:lnTo>
                      <a:pt x="127282" y="119291"/>
                    </a:lnTo>
                    <a:cubicBezTo>
                      <a:pt x="127445" y="119715"/>
                      <a:pt x="127511" y="120139"/>
                      <a:pt x="127511" y="120530"/>
                    </a:cubicBezTo>
                    <a:cubicBezTo>
                      <a:pt x="127511" y="121183"/>
                      <a:pt x="127315" y="121770"/>
                      <a:pt x="126956" y="122227"/>
                    </a:cubicBezTo>
                    <a:cubicBezTo>
                      <a:pt x="126565" y="122781"/>
                      <a:pt x="126010" y="123205"/>
                      <a:pt x="125293" y="123499"/>
                    </a:cubicBezTo>
                    <a:cubicBezTo>
                      <a:pt x="124803" y="123695"/>
                      <a:pt x="124216" y="123792"/>
                      <a:pt x="123629" y="123792"/>
                    </a:cubicBezTo>
                    <a:lnTo>
                      <a:pt x="75515" y="123792"/>
                    </a:lnTo>
                    <a:cubicBezTo>
                      <a:pt x="74895" y="123792"/>
                      <a:pt x="74341" y="123695"/>
                      <a:pt x="73851" y="123499"/>
                    </a:cubicBezTo>
                    <a:cubicBezTo>
                      <a:pt x="73134" y="123205"/>
                      <a:pt x="72579" y="122781"/>
                      <a:pt x="72188" y="122227"/>
                    </a:cubicBezTo>
                    <a:cubicBezTo>
                      <a:pt x="71829" y="121770"/>
                      <a:pt x="71633" y="121183"/>
                      <a:pt x="71633" y="120530"/>
                    </a:cubicBezTo>
                    <a:cubicBezTo>
                      <a:pt x="71633" y="120139"/>
                      <a:pt x="71698" y="119715"/>
                      <a:pt x="71861" y="119291"/>
                    </a:cubicBezTo>
                    <a:lnTo>
                      <a:pt x="74667" y="112147"/>
                    </a:lnTo>
                    <a:cubicBezTo>
                      <a:pt x="75286" y="110581"/>
                      <a:pt x="74504" y="108820"/>
                      <a:pt x="72938" y="108200"/>
                    </a:cubicBezTo>
                    <a:cubicBezTo>
                      <a:pt x="72578" y="108065"/>
                      <a:pt x="72206" y="108001"/>
                      <a:pt x="71840" y="108001"/>
                    </a:cubicBezTo>
                    <a:cubicBezTo>
                      <a:pt x="70611" y="108001"/>
                      <a:pt x="69443" y="108723"/>
                      <a:pt x="68991" y="109929"/>
                    </a:cubicBezTo>
                    <a:lnTo>
                      <a:pt x="66186" y="117073"/>
                    </a:lnTo>
                    <a:cubicBezTo>
                      <a:pt x="65729" y="118247"/>
                      <a:pt x="65501" y="119389"/>
                      <a:pt x="65501" y="120530"/>
                    </a:cubicBezTo>
                    <a:cubicBezTo>
                      <a:pt x="65501" y="121672"/>
                      <a:pt x="65729" y="122749"/>
                      <a:pt x="66120" y="123792"/>
                    </a:cubicBezTo>
                    <a:lnTo>
                      <a:pt x="55356" y="123792"/>
                    </a:lnTo>
                    <a:cubicBezTo>
                      <a:pt x="51931" y="123792"/>
                      <a:pt x="49452" y="125293"/>
                      <a:pt x="47527" y="127544"/>
                    </a:cubicBezTo>
                    <a:cubicBezTo>
                      <a:pt x="45929" y="129501"/>
                      <a:pt x="44820" y="131915"/>
                      <a:pt x="43841" y="134394"/>
                    </a:cubicBezTo>
                    <a:lnTo>
                      <a:pt x="35164" y="156510"/>
                    </a:lnTo>
                    <a:cubicBezTo>
                      <a:pt x="34708" y="157652"/>
                      <a:pt x="34512" y="158826"/>
                      <a:pt x="34512" y="159968"/>
                    </a:cubicBezTo>
                    <a:cubicBezTo>
                      <a:pt x="34512" y="161110"/>
                      <a:pt x="34740" y="162186"/>
                      <a:pt x="35132" y="163230"/>
                    </a:cubicBezTo>
                    <a:lnTo>
                      <a:pt x="24334" y="163230"/>
                    </a:lnTo>
                    <a:cubicBezTo>
                      <a:pt x="20909" y="163230"/>
                      <a:pt x="18430" y="164730"/>
                      <a:pt x="16538" y="166981"/>
                    </a:cubicBezTo>
                    <a:cubicBezTo>
                      <a:pt x="14907" y="168938"/>
                      <a:pt x="13798" y="171352"/>
                      <a:pt x="12852" y="173831"/>
                    </a:cubicBezTo>
                    <a:lnTo>
                      <a:pt x="12037" y="175919"/>
                    </a:lnTo>
                    <a:cubicBezTo>
                      <a:pt x="11417" y="177485"/>
                      <a:pt x="12200" y="179246"/>
                      <a:pt x="13766" y="179866"/>
                    </a:cubicBezTo>
                    <a:cubicBezTo>
                      <a:pt x="14130" y="180010"/>
                      <a:pt x="14506" y="180079"/>
                      <a:pt x="14875" y="180079"/>
                    </a:cubicBezTo>
                    <a:cubicBezTo>
                      <a:pt x="16090" y="180079"/>
                      <a:pt x="17237" y="179338"/>
                      <a:pt x="17713" y="178137"/>
                    </a:cubicBezTo>
                    <a:lnTo>
                      <a:pt x="18528" y="176049"/>
                    </a:lnTo>
                    <a:cubicBezTo>
                      <a:pt x="19311" y="174092"/>
                      <a:pt x="20126" y="172200"/>
                      <a:pt x="21203" y="170928"/>
                    </a:cubicBezTo>
                    <a:cubicBezTo>
                      <a:pt x="22018" y="169949"/>
                      <a:pt x="22997" y="169330"/>
                      <a:pt x="24334" y="169330"/>
                    </a:cubicBezTo>
                    <a:lnTo>
                      <a:pt x="50789" y="169330"/>
                    </a:lnTo>
                    <a:cubicBezTo>
                      <a:pt x="52126" y="169330"/>
                      <a:pt x="53105" y="169949"/>
                      <a:pt x="53888" y="170928"/>
                    </a:cubicBezTo>
                    <a:cubicBezTo>
                      <a:pt x="54997" y="172200"/>
                      <a:pt x="55845" y="174092"/>
                      <a:pt x="56595" y="176049"/>
                    </a:cubicBezTo>
                    <a:lnTo>
                      <a:pt x="65272" y="198166"/>
                    </a:lnTo>
                    <a:cubicBezTo>
                      <a:pt x="65664" y="199144"/>
                      <a:pt x="65598" y="200221"/>
                      <a:pt x="64946" y="201101"/>
                    </a:cubicBezTo>
                    <a:cubicBezTo>
                      <a:pt x="64555" y="201623"/>
                      <a:pt x="63967" y="202080"/>
                      <a:pt x="63282" y="202341"/>
                    </a:cubicBezTo>
                    <a:cubicBezTo>
                      <a:pt x="62793" y="202537"/>
                      <a:pt x="62239" y="202667"/>
                      <a:pt x="61619" y="202667"/>
                    </a:cubicBezTo>
                    <a:lnTo>
                      <a:pt x="13505" y="202667"/>
                    </a:lnTo>
                    <a:cubicBezTo>
                      <a:pt x="12885" y="202667"/>
                      <a:pt x="12330" y="202537"/>
                      <a:pt x="11841" y="202341"/>
                    </a:cubicBezTo>
                    <a:cubicBezTo>
                      <a:pt x="11123" y="202080"/>
                      <a:pt x="10569" y="201623"/>
                      <a:pt x="10177" y="201101"/>
                    </a:cubicBezTo>
                    <a:cubicBezTo>
                      <a:pt x="9819" y="200612"/>
                      <a:pt x="9623" y="200025"/>
                      <a:pt x="9623" y="199373"/>
                    </a:cubicBezTo>
                    <a:cubicBezTo>
                      <a:pt x="9623" y="198981"/>
                      <a:pt x="9688" y="198590"/>
                      <a:pt x="9851" y="198166"/>
                    </a:cubicBezTo>
                    <a:lnTo>
                      <a:pt x="12657" y="191022"/>
                    </a:lnTo>
                    <a:cubicBezTo>
                      <a:pt x="13276" y="189456"/>
                      <a:pt x="12493" y="187695"/>
                      <a:pt x="10928" y="187075"/>
                    </a:cubicBezTo>
                    <a:cubicBezTo>
                      <a:pt x="10563" y="186931"/>
                      <a:pt x="10186" y="186862"/>
                      <a:pt x="9815" y="186862"/>
                    </a:cubicBezTo>
                    <a:cubicBezTo>
                      <a:pt x="8592" y="186862"/>
                      <a:pt x="7431" y="187603"/>
                      <a:pt x="6981" y="188804"/>
                    </a:cubicBezTo>
                    <a:lnTo>
                      <a:pt x="4175" y="195948"/>
                    </a:lnTo>
                    <a:cubicBezTo>
                      <a:pt x="3719" y="197122"/>
                      <a:pt x="3490" y="198264"/>
                      <a:pt x="3490" y="199373"/>
                    </a:cubicBezTo>
                    <a:cubicBezTo>
                      <a:pt x="3490" y="201330"/>
                      <a:pt x="4143" y="203157"/>
                      <a:pt x="5252" y="204690"/>
                    </a:cubicBezTo>
                    <a:cubicBezTo>
                      <a:pt x="6328" y="206158"/>
                      <a:pt x="7829" y="207332"/>
                      <a:pt x="9623" y="208049"/>
                    </a:cubicBezTo>
                    <a:cubicBezTo>
                      <a:pt x="10830" y="208506"/>
                      <a:pt x="12135" y="208767"/>
                      <a:pt x="13505" y="208767"/>
                    </a:cubicBezTo>
                    <a:lnTo>
                      <a:pt x="61619" y="208767"/>
                    </a:lnTo>
                    <a:cubicBezTo>
                      <a:pt x="62989" y="208767"/>
                      <a:pt x="64294" y="208506"/>
                      <a:pt x="65501" y="208049"/>
                    </a:cubicBezTo>
                    <a:cubicBezTo>
                      <a:pt x="66642" y="207593"/>
                      <a:pt x="67686" y="206940"/>
                      <a:pt x="68567" y="206158"/>
                    </a:cubicBezTo>
                    <a:cubicBezTo>
                      <a:pt x="69448" y="206940"/>
                      <a:pt x="70491" y="207593"/>
                      <a:pt x="71633" y="208049"/>
                    </a:cubicBezTo>
                    <a:cubicBezTo>
                      <a:pt x="72840" y="208506"/>
                      <a:pt x="74145" y="208767"/>
                      <a:pt x="75515" y="208767"/>
                    </a:cubicBezTo>
                    <a:lnTo>
                      <a:pt x="123629" y="208767"/>
                    </a:lnTo>
                    <a:cubicBezTo>
                      <a:pt x="124999" y="208767"/>
                      <a:pt x="126304" y="208506"/>
                      <a:pt x="127511" y="208049"/>
                    </a:cubicBezTo>
                    <a:cubicBezTo>
                      <a:pt x="128652" y="207593"/>
                      <a:pt x="129696" y="206940"/>
                      <a:pt x="130577" y="206158"/>
                    </a:cubicBezTo>
                    <a:cubicBezTo>
                      <a:pt x="131458" y="206940"/>
                      <a:pt x="132502" y="207593"/>
                      <a:pt x="133643" y="208049"/>
                    </a:cubicBezTo>
                    <a:cubicBezTo>
                      <a:pt x="134850" y="208506"/>
                      <a:pt x="136155" y="208767"/>
                      <a:pt x="137525" y="208767"/>
                    </a:cubicBezTo>
                    <a:lnTo>
                      <a:pt x="185606" y="208767"/>
                    </a:lnTo>
                    <a:cubicBezTo>
                      <a:pt x="187009" y="208767"/>
                      <a:pt x="188314" y="208506"/>
                      <a:pt x="189521" y="208049"/>
                    </a:cubicBezTo>
                    <a:cubicBezTo>
                      <a:pt x="191282" y="207332"/>
                      <a:pt x="192815" y="206158"/>
                      <a:pt x="193892" y="204690"/>
                    </a:cubicBezTo>
                    <a:cubicBezTo>
                      <a:pt x="195001" y="203157"/>
                      <a:pt x="195653" y="201330"/>
                      <a:pt x="195653" y="199373"/>
                    </a:cubicBezTo>
                    <a:cubicBezTo>
                      <a:pt x="195653" y="198264"/>
                      <a:pt x="195425" y="197122"/>
                      <a:pt x="194968" y="195948"/>
                    </a:cubicBezTo>
                    <a:lnTo>
                      <a:pt x="186291" y="173831"/>
                    </a:lnTo>
                    <a:cubicBezTo>
                      <a:pt x="185346" y="171352"/>
                      <a:pt x="184236" y="168938"/>
                      <a:pt x="182605" y="166981"/>
                    </a:cubicBezTo>
                    <a:cubicBezTo>
                      <a:pt x="180714" y="164730"/>
                      <a:pt x="178234" y="163230"/>
                      <a:pt x="174777" y="163230"/>
                    </a:cubicBezTo>
                    <a:lnTo>
                      <a:pt x="164012" y="163230"/>
                    </a:lnTo>
                    <a:cubicBezTo>
                      <a:pt x="164404" y="162186"/>
                      <a:pt x="164632" y="161110"/>
                      <a:pt x="164632" y="159968"/>
                    </a:cubicBezTo>
                    <a:cubicBezTo>
                      <a:pt x="164632" y="158826"/>
                      <a:pt x="164436" y="157684"/>
                      <a:pt x="163980" y="156510"/>
                    </a:cubicBezTo>
                    <a:lnTo>
                      <a:pt x="155303" y="134394"/>
                    </a:lnTo>
                    <a:cubicBezTo>
                      <a:pt x="154324" y="131915"/>
                      <a:pt x="153215" y="129501"/>
                      <a:pt x="151584" y="127544"/>
                    </a:cubicBezTo>
                    <a:cubicBezTo>
                      <a:pt x="149692" y="125293"/>
                      <a:pt x="147213" y="123792"/>
                      <a:pt x="143788" y="123792"/>
                    </a:cubicBezTo>
                    <a:lnTo>
                      <a:pt x="133023" y="123792"/>
                    </a:lnTo>
                    <a:cubicBezTo>
                      <a:pt x="133415" y="122749"/>
                      <a:pt x="133643" y="121672"/>
                      <a:pt x="133643" y="120530"/>
                    </a:cubicBezTo>
                    <a:cubicBezTo>
                      <a:pt x="133643" y="119389"/>
                      <a:pt x="133415" y="118247"/>
                      <a:pt x="132958" y="117073"/>
                    </a:cubicBezTo>
                    <a:lnTo>
                      <a:pt x="124281" y="94989"/>
                    </a:lnTo>
                    <a:cubicBezTo>
                      <a:pt x="123335" y="92510"/>
                      <a:pt x="122226" y="90063"/>
                      <a:pt x="120595" y="88139"/>
                    </a:cubicBezTo>
                    <a:cubicBezTo>
                      <a:pt x="120008" y="87421"/>
                      <a:pt x="119356" y="86801"/>
                      <a:pt x="118671" y="86247"/>
                    </a:cubicBezTo>
                    <a:cubicBezTo>
                      <a:pt x="129044" y="81419"/>
                      <a:pt x="137264" y="72742"/>
                      <a:pt x="141570" y="62108"/>
                    </a:cubicBezTo>
                    <a:cubicBezTo>
                      <a:pt x="145810" y="51507"/>
                      <a:pt x="145876" y="39535"/>
                      <a:pt x="141766" y="28869"/>
                    </a:cubicBezTo>
                    <a:cubicBezTo>
                      <a:pt x="139482" y="22964"/>
                      <a:pt x="135959" y="17647"/>
                      <a:pt x="131556" y="13244"/>
                    </a:cubicBezTo>
                    <a:cubicBezTo>
                      <a:pt x="127511" y="9199"/>
                      <a:pt x="122683" y="5904"/>
                      <a:pt x="117333" y="3621"/>
                    </a:cubicBezTo>
                    <a:cubicBezTo>
                      <a:pt x="111886" y="1305"/>
                      <a:pt x="105884" y="0"/>
                      <a:pt x="99556" y="0"/>
                    </a:cubicBezTo>
                    <a:close/>
                  </a:path>
                </a:pathLst>
              </a:custGeom>
              <a:solidFill>
                <a:srgbClr val="775EF5"/>
              </a:solidFill>
              <a:ln>
                <a:noFill/>
              </a:ln>
              <a:effectLst>
                <a:outerShdw blurRad="28575" algn="bl" rotWithShape="0">
                  <a:srgbClr val="DFDEFF">
                    <a:alpha val="50000"/>
                  </a:srgbClr>
                </a:outerShdw>
              </a:effectLst>
            </p:spPr>
            <p:txBody>
              <a:bodyPr spcFirstLastPara="1" wrap="square" lIns="132058" tIns="132058" rIns="132058" bIns="132058" anchor="ctr" anchorCtr="0">
                <a:noAutofit/>
              </a:bodyPr>
              <a:lstStyle/>
              <a:p>
                <a:pPr defTabSz="495285">
                  <a:defRPr/>
                </a:pPr>
                <a:endParaRPr sz="2600">
                  <a:solidFill>
                    <a:prstClr val="black"/>
                  </a:solidFill>
                  <a:latin typeface="Maiandra GD" panose="020E0502030308020204" pitchFamily="34" charset="0"/>
                </a:endParaRPr>
              </a:p>
            </p:txBody>
          </p:sp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06BADBCE-9BAE-4A2E-82CB-C23F9EAFEA76}"/>
                </a:ext>
              </a:extLst>
            </p:cNvPr>
            <p:cNvGrpSpPr/>
            <p:nvPr/>
          </p:nvGrpSpPr>
          <p:grpSpPr>
            <a:xfrm>
              <a:off x="4403493" y="6872647"/>
              <a:ext cx="1257523" cy="930800"/>
              <a:chOff x="1186697" y="2569762"/>
              <a:chExt cx="1471396" cy="930800"/>
            </a:xfrm>
          </p:grpSpPr>
          <p:sp>
            <p:nvSpPr>
              <p:cNvPr id="261" name="Google Shape;1426;p56">
                <a:extLst>
                  <a:ext uri="{FF2B5EF4-FFF2-40B4-BE49-F238E27FC236}">
                    <a16:creationId xmlns:a16="http://schemas.microsoft.com/office/drawing/2014/main" id="{6D7042F0-3CAD-48A0-A46D-5242FF7C85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35534" y="2577053"/>
                <a:ext cx="1126132" cy="559600"/>
              </a:xfrm>
              <a:prstGeom prst="rect">
                <a:avLst/>
              </a:prstGeom>
            </p:spPr>
            <p:txBody>
              <a:bodyPr spcFirstLastPara="1" vert="horz" wrap="square" lIns="132058" tIns="132058" rIns="132058" bIns="132058" rtlCol="0" anchor="ctr" anchorCtr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 defTabSz="990570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r>
                  <a:rPr lang="en" sz="1300" b="1" dirty="0">
                    <a:solidFill>
                      <a:prstClr val="white">
                        <a:lumMod val="65000"/>
                      </a:prstClr>
                    </a:solidFill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Squada One"/>
                  </a:rPr>
                  <a:t>05</a:t>
                </a:r>
              </a:p>
            </p:txBody>
          </p:sp>
          <p:sp>
            <p:nvSpPr>
              <p:cNvPr id="262" name="Google Shape;1427;p56">
                <a:extLst>
                  <a:ext uri="{FF2B5EF4-FFF2-40B4-BE49-F238E27FC236}">
                    <a16:creationId xmlns:a16="http://schemas.microsoft.com/office/drawing/2014/main" id="{69E44616-4209-4247-AF6B-1210737750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86697" y="2569762"/>
                <a:ext cx="1471396" cy="930800"/>
              </a:xfrm>
              <a:prstGeom prst="rect">
                <a:avLst/>
              </a:prstGeom>
            </p:spPr>
            <p:txBody>
              <a:bodyPr spcFirstLastPara="1" vert="horz" wrap="square" lIns="132058" tIns="132058" rIns="132058" bIns="132058" rtlCol="0" anchor="ctr" anchorCtr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 defTabSz="990570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r>
                  <a:rPr lang="en-US" sz="1083" b="1" dirty="0">
                    <a:solidFill>
                      <a:prstClr val="white"/>
                    </a:solidFill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MLP</a:t>
                </a:r>
                <a:r>
                  <a:rPr lang="en-US" sz="1192" b="1" dirty="0">
                    <a:solidFill>
                      <a:prstClr val="white"/>
                    </a:solidFill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  <a:r>
                  <a:rPr lang="en-US" sz="1300" b="1" dirty="0">
                    <a:solidFill>
                      <a:prstClr val="white"/>
                    </a:solidFill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975" dirty="0">
                    <a:solidFill>
                      <a:prstClr val="white"/>
                    </a:solidFill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Minimum lovable product  </a:t>
                </a:r>
              </a:p>
            </p:txBody>
          </p:sp>
        </p:grp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1055C6C6-08E0-41CE-9D1A-3499EA018A0B}"/>
                </a:ext>
              </a:extLst>
            </p:cNvPr>
            <p:cNvGrpSpPr/>
            <p:nvPr/>
          </p:nvGrpSpPr>
          <p:grpSpPr>
            <a:xfrm>
              <a:off x="3886345" y="7162374"/>
              <a:ext cx="587679" cy="262243"/>
              <a:chOff x="4002437" y="7800766"/>
              <a:chExt cx="587679" cy="262243"/>
            </a:xfrm>
          </p:grpSpPr>
          <p:grpSp>
            <p:nvGrpSpPr>
              <p:cNvPr id="256" name="Group 255">
                <a:extLst>
                  <a:ext uri="{FF2B5EF4-FFF2-40B4-BE49-F238E27FC236}">
                    <a16:creationId xmlns:a16="http://schemas.microsoft.com/office/drawing/2014/main" id="{7CCE6047-B1E6-47F3-9CB4-14CCD5E2B78C}"/>
                  </a:ext>
                </a:extLst>
              </p:cNvPr>
              <p:cNvGrpSpPr/>
              <p:nvPr/>
            </p:nvGrpSpPr>
            <p:grpSpPr>
              <a:xfrm>
                <a:off x="4002437" y="7800766"/>
                <a:ext cx="587679" cy="262243"/>
                <a:chOff x="4002539" y="6666039"/>
                <a:chExt cx="587679" cy="262243"/>
              </a:xfrm>
            </p:grpSpPr>
            <p:sp>
              <p:nvSpPr>
                <p:cNvPr id="258" name="Google Shape;1413;p56">
                  <a:extLst>
                    <a:ext uri="{FF2B5EF4-FFF2-40B4-BE49-F238E27FC236}">
                      <a16:creationId xmlns:a16="http://schemas.microsoft.com/office/drawing/2014/main" id="{3455467B-00A2-401C-A55E-6FBC16EEC2D4}"/>
                    </a:ext>
                  </a:extLst>
                </p:cNvPr>
                <p:cNvSpPr/>
                <p:nvPr/>
              </p:nvSpPr>
              <p:spPr>
                <a:xfrm rot="16200000" flipH="1">
                  <a:off x="4009063" y="6659515"/>
                  <a:ext cx="262243" cy="275292"/>
                </a:xfrm>
                <a:prstGeom prst="rect">
                  <a:avLst/>
                </a:prstGeom>
                <a:noFill/>
                <a:ln w="19050" cap="flat" cmpd="sng">
                  <a:solidFill>
                    <a:srgbClr val="775EF5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57150" algn="bl" rotWithShape="0">
                    <a:srgbClr val="DFDEFF">
                      <a:alpha val="50000"/>
                    </a:srgbClr>
                  </a:outerShdw>
                </a:effectLst>
              </p:spPr>
              <p:txBody>
                <a:bodyPr spcFirstLastPara="1" wrap="square" lIns="132058" tIns="132058" rIns="132058" bIns="132058" anchor="ctr" anchorCtr="0">
                  <a:noAutofit/>
                </a:bodyPr>
                <a:lstStyle/>
                <a:p>
                  <a:pPr defTabSz="495285">
                    <a:defRPr/>
                  </a:pPr>
                  <a:endParaRPr sz="2600" dirty="0">
                    <a:solidFill>
                      <a:prstClr val="black"/>
                    </a:solidFill>
                    <a:latin typeface="Maiandra GD" panose="020E0502030308020204" pitchFamily="34" charset="0"/>
                  </a:endParaRPr>
                </a:p>
              </p:txBody>
            </p:sp>
            <p:cxnSp>
              <p:nvCxnSpPr>
                <p:cNvPr id="259" name="Google Shape;1418;p56">
                  <a:extLst>
                    <a:ext uri="{FF2B5EF4-FFF2-40B4-BE49-F238E27FC236}">
                      <a16:creationId xmlns:a16="http://schemas.microsoft.com/office/drawing/2014/main" id="{7A24B81E-A78F-4A0B-A04D-8CB804FCE8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84945" y="6797161"/>
                  <a:ext cx="275291" cy="1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775EF5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7150" algn="bl" rotWithShape="0">
                    <a:srgbClr val="DFDEFF">
                      <a:alpha val="50000"/>
                    </a:srgbClr>
                  </a:outerShdw>
                </a:effectLst>
              </p:spPr>
            </p:cxnSp>
            <p:sp>
              <p:nvSpPr>
                <p:cNvPr id="260" name="Google Shape;1419;p56">
                  <a:extLst>
                    <a:ext uri="{FF2B5EF4-FFF2-40B4-BE49-F238E27FC236}">
                      <a16:creationId xmlns:a16="http://schemas.microsoft.com/office/drawing/2014/main" id="{6F2B7370-560D-4964-AA1B-5256B1AAFE24}"/>
                    </a:ext>
                  </a:extLst>
                </p:cNvPr>
                <p:cNvSpPr/>
                <p:nvPr/>
              </p:nvSpPr>
              <p:spPr>
                <a:xfrm rot="16200000" flipH="1">
                  <a:off x="4520155" y="6767180"/>
                  <a:ext cx="80163" cy="59963"/>
                </a:xfrm>
                <a:prstGeom prst="rect">
                  <a:avLst/>
                </a:prstGeom>
                <a:solidFill>
                  <a:srgbClr val="775EF5"/>
                </a:solidFill>
                <a:ln w="19050" cap="flat" cmpd="sng">
                  <a:solidFill>
                    <a:srgbClr val="775EF5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57150" algn="bl" rotWithShape="0">
                    <a:srgbClr val="DFDEFF">
                      <a:alpha val="50000"/>
                    </a:srgbClr>
                  </a:outerShdw>
                </a:effectLst>
              </p:spPr>
              <p:txBody>
                <a:bodyPr spcFirstLastPara="1" wrap="square" lIns="132058" tIns="132058" rIns="132058" bIns="132058" anchor="ctr" anchorCtr="0">
                  <a:noAutofit/>
                </a:bodyPr>
                <a:lstStyle/>
                <a:p>
                  <a:pPr defTabSz="495285">
                    <a:defRPr/>
                  </a:pPr>
                  <a:endParaRPr sz="2600">
                    <a:solidFill>
                      <a:prstClr val="black"/>
                    </a:solidFill>
                    <a:latin typeface="Maiandra GD" panose="020E0502030308020204" pitchFamily="34" charset="0"/>
                  </a:endParaRPr>
                </a:p>
              </p:txBody>
            </p:sp>
          </p:grpSp>
          <p:sp>
            <p:nvSpPr>
              <p:cNvPr id="257" name="Google Shape;1435;p56">
                <a:extLst>
                  <a:ext uri="{FF2B5EF4-FFF2-40B4-BE49-F238E27FC236}">
                    <a16:creationId xmlns:a16="http://schemas.microsoft.com/office/drawing/2014/main" id="{42CFA22F-63F1-4128-A0DA-673B203B0F45}"/>
                  </a:ext>
                </a:extLst>
              </p:cNvPr>
              <p:cNvSpPr/>
              <p:nvPr/>
            </p:nvSpPr>
            <p:spPr>
              <a:xfrm>
                <a:off x="4009539" y="7823901"/>
                <a:ext cx="268113" cy="196923"/>
              </a:xfrm>
              <a:custGeom>
                <a:avLst/>
                <a:gdLst/>
                <a:ahLst/>
                <a:cxnLst/>
                <a:rect l="l" t="t" r="r" b="b"/>
                <a:pathLst>
                  <a:path w="227155" h="207883" extrusionOk="0">
                    <a:moveTo>
                      <a:pt x="84295" y="6638"/>
                    </a:moveTo>
                    <a:lnTo>
                      <a:pt x="84295" y="14482"/>
                    </a:lnTo>
                    <a:cubicBezTo>
                      <a:pt x="84295" y="15333"/>
                      <a:pt x="83941" y="16150"/>
                      <a:pt x="83373" y="16718"/>
                    </a:cubicBezTo>
                    <a:cubicBezTo>
                      <a:pt x="82769" y="17321"/>
                      <a:pt x="81988" y="17676"/>
                      <a:pt x="81101" y="17676"/>
                    </a:cubicBezTo>
                    <a:lnTo>
                      <a:pt x="47880" y="17676"/>
                    </a:lnTo>
                    <a:cubicBezTo>
                      <a:pt x="47028" y="17676"/>
                      <a:pt x="46212" y="17321"/>
                      <a:pt x="45644" y="16718"/>
                    </a:cubicBezTo>
                    <a:cubicBezTo>
                      <a:pt x="45040" y="16150"/>
                      <a:pt x="44685" y="15333"/>
                      <a:pt x="44685" y="14482"/>
                    </a:cubicBezTo>
                    <a:lnTo>
                      <a:pt x="44685" y="6638"/>
                    </a:lnTo>
                    <a:close/>
                    <a:moveTo>
                      <a:pt x="182469" y="6638"/>
                    </a:moveTo>
                    <a:lnTo>
                      <a:pt x="182469" y="14482"/>
                    </a:lnTo>
                    <a:cubicBezTo>
                      <a:pt x="182469" y="15333"/>
                      <a:pt x="182114" y="16150"/>
                      <a:pt x="181546" y="16718"/>
                    </a:cubicBezTo>
                    <a:cubicBezTo>
                      <a:pt x="180943" y="17321"/>
                      <a:pt x="180162" y="17676"/>
                      <a:pt x="179274" y="17676"/>
                    </a:cubicBezTo>
                    <a:lnTo>
                      <a:pt x="146053" y="17676"/>
                    </a:lnTo>
                    <a:cubicBezTo>
                      <a:pt x="145166" y="17676"/>
                      <a:pt x="144385" y="17321"/>
                      <a:pt x="143782" y="16718"/>
                    </a:cubicBezTo>
                    <a:cubicBezTo>
                      <a:pt x="143214" y="16150"/>
                      <a:pt x="142859" y="15333"/>
                      <a:pt x="142859" y="14482"/>
                    </a:cubicBezTo>
                    <a:lnTo>
                      <a:pt x="142859" y="6638"/>
                    </a:lnTo>
                    <a:close/>
                    <a:moveTo>
                      <a:pt x="171785" y="74003"/>
                    </a:moveTo>
                    <a:cubicBezTo>
                      <a:pt x="173986" y="74003"/>
                      <a:pt x="175974" y="74748"/>
                      <a:pt x="177393" y="75991"/>
                    </a:cubicBezTo>
                    <a:cubicBezTo>
                      <a:pt x="178671" y="77162"/>
                      <a:pt x="179487" y="78688"/>
                      <a:pt x="179487" y="80356"/>
                    </a:cubicBezTo>
                    <a:cubicBezTo>
                      <a:pt x="179487" y="82025"/>
                      <a:pt x="178671" y="83586"/>
                      <a:pt x="177393" y="84722"/>
                    </a:cubicBezTo>
                    <a:cubicBezTo>
                      <a:pt x="175974" y="85964"/>
                      <a:pt x="173986" y="86745"/>
                      <a:pt x="171785" y="86745"/>
                    </a:cubicBezTo>
                    <a:lnTo>
                      <a:pt x="152832" y="86745"/>
                    </a:lnTo>
                    <a:lnTo>
                      <a:pt x="152832" y="74003"/>
                    </a:lnTo>
                    <a:close/>
                    <a:moveTo>
                      <a:pt x="171785" y="93418"/>
                    </a:moveTo>
                    <a:cubicBezTo>
                      <a:pt x="173986" y="93418"/>
                      <a:pt x="175974" y="94163"/>
                      <a:pt x="177393" y="95405"/>
                    </a:cubicBezTo>
                    <a:cubicBezTo>
                      <a:pt x="178671" y="96577"/>
                      <a:pt x="179487" y="98138"/>
                      <a:pt x="179487" y="99771"/>
                    </a:cubicBezTo>
                    <a:cubicBezTo>
                      <a:pt x="179487" y="101475"/>
                      <a:pt x="178671" y="103001"/>
                      <a:pt x="177393" y="104137"/>
                    </a:cubicBezTo>
                    <a:cubicBezTo>
                      <a:pt x="175974" y="105379"/>
                      <a:pt x="173986" y="106160"/>
                      <a:pt x="171785" y="106160"/>
                    </a:cubicBezTo>
                    <a:lnTo>
                      <a:pt x="152832" y="106160"/>
                    </a:lnTo>
                    <a:lnTo>
                      <a:pt x="152832" y="93418"/>
                    </a:lnTo>
                    <a:close/>
                    <a:moveTo>
                      <a:pt x="64490" y="60338"/>
                    </a:moveTo>
                    <a:cubicBezTo>
                      <a:pt x="62645" y="60338"/>
                      <a:pt x="61154" y="61829"/>
                      <a:pt x="61154" y="63639"/>
                    </a:cubicBezTo>
                    <a:lnTo>
                      <a:pt x="61154" y="67401"/>
                    </a:lnTo>
                    <a:lnTo>
                      <a:pt x="55191" y="67401"/>
                    </a:lnTo>
                    <a:cubicBezTo>
                      <a:pt x="52423" y="67401"/>
                      <a:pt x="49903" y="68502"/>
                      <a:pt x="48057" y="70347"/>
                    </a:cubicBezTo>
                    <a:cubicBezTo>
                      <a:pt x="46247" y="72193"/>
                      <a:pt x="45111" y="74713"/>
                      <a:pt x="45111" y="77481"/>
                    </a:cubicBezTo>
                    <a:lnTo>
                      <a:pt x="45111" y="83515"/>
                    </a:lnTo>
                    <a:cubicBezTo>
                      <a:pt x="45111" y="86284"/>
                      <a:pt x="46247" y="88804"/>
                      <a:pt x="48057" y="90649"/>
                    </a:cubicBezTo>
                    <a:cubicBezTo>
                      <a:pt x="49903" y="92495"/>
                      <a:pt x="52423" y="93631"/>
                      <a:pt x="55191" y="93631"/>
                    </a:cubicBezTo>
                    <a:lnTo>
                      <a:pt x="73790" y="93631"/>
                    </a:lnTo>
                    <a:cubicBezTo>
                      <a:pt x="74748" y="93631"/>
                      <a:pt x="75600" y="94021"/>
                      <a:pt x="76239" y="94625"/>
                    </a:cubicBezTo>
                    <a:cubicBezTo>
                      <a:pt x="76842" y="95263"/>
                      <a:pt x="77232" y="96115"/>
                      <a:pt x="77232" y="97074"/>
                    </a:cubicBezTo>
                    <a:lnTo>
                      <a:pt x="77232" y="103072"/>
                    </a:lnTo>
                    <a:cubicBezTo>
                      <a:pt x="77232" y="104030"/>
                      <a:pt x="76842" y="104882"/>
                      <a:pt x="76239" y="105521"/>
                    </a:cubicBezTo>
                    <a:cubicBezTo>
                      <a:pt x="75600" y="106160"/>
                      <a:pt x="74748" y="106550"/>
                      <a:pt x="73790" y="106550"/>
                    </a:cubicBezTo>
                    <a:lnTo>
                      <a:pt x="55191" y="106550"/>
                    </a:lnTo>
                    <a:cubicBezTo>
                      <a:pt x="54269" y="106550"/>
                      <a:pt x="53417" y="106160"/>
                      <a:pt x="52778" y="105521"/>
                    </a:cubicBezTo>
                    <a:cubicBezTo>
                      <a:pt x="52139" y="104882"/>
                      <a:pt x="51749" y="104030"/>
                      <a:pt x="51749" y="103072"/>
                    </a:cubicBezTo>
                    <a:cubicBezTo>
                      <a:pt x="51749" y="101226"/>
                      <a:pt x="50258" y="99771"/>
                      <a:pt x="48412" y="99771"/>
                    </a:cubicBezTo>
                    <a:cubicBezTo>
                      <a:pt x="46567" y="99771"/>
                      <a:pt x="45111" y="101226"/>
                      <a:pt x="45111" y="103072"/>
                    </a:cubicBezTo>
                    <a:cubicBezTo>
                      <a:pt x="45111" y="105876"/>
                      <a:pt x="46247" y="108396"/>
                      <a:pt x="48057" y="110206"/>
                    </a:cubicBezTo>
                    <a:cubicBezTo>
                      <a:pt x="49903" y="112052"/>
                      <a:pt x="52423" y="113187"/>
                      <a:pt x="55191" y="113187"/>
                    </a:cubicBezTo>
                    <a:lnTo>
                      <a:pt x="61154" y="113187"/>
                    </a:lnTo>
                    <a:lnTo>
                      <a:pt x="61154" y="116488"/>
                    </a:lnTo>
                    <a:cubicBezTo>
                      <a:pt x="61154" y="118334"/>
                      <a:pt x="62645" y="119824"/>
                      <a:pt x="64490" y="119824"/>
                    </a:cubicBezTo>
                    <a:cubicBezTo>
                      <a:pt x="66336" y="119824"/>
                      <a:pt x="67827" y="118334"/>
                      <a:pt x="67827" y="116488"/>
                    </a:cubicBezTo>
                    <a:lnTo>
                      <a:pt x="67827" y="113187"/>
                    </a:lnTo>
                    <a:lnTo>
                      <a:pt x="73790" y="113187"/>
                    </a:lnTo>
                    <a:cubicBezTo>
                      <a:pt x="76594" y="113187"/>
                      <a:pt x="79114" y="112052"/>
                      <a:pt x="80924" y="110206"/>
                    </a:cubicBezTo>
                    <a:cubicBezTo>
                      <a:pt x="82769" y="108396"/>
                      <a:pt x="83905" y="105876"/>
                      <a:pt x="83905" y="103072"/>
                    </a:cubicBezTo>
                    <a:lnTo>
                      <a:pt x="83905" y="97074"/>
                    </a:lnTo>
                    <a:cubicBezTo>
                      <a:pt x="83905" y="94305"/>
                      <a:pt x="82769" y="91750"/>
                      <a:pt x="80924" y="89939"/>
                    </a:cubicBezTo>
                    <a:cubicBezTo>
                      <a:pt x="79114" y="88094"/>
                      <a:pt x="76594" y="86958"/>
                      <a:pt x="73790" y="86958"/>
                    </a:cubicBezTo>
                    <a:lnTo>
                      <a:pt x="55191" y="86958"/>
                    </a:lnTo>
                    <a:cubicBezTo>
                      <a:pt x="54269" y="86958"/>
                      <a:pt x="53381" y="86568"/>
                      <a:pt x="52778" y="85964"/>
                    </a:cubicBezTo>
                    <a:cubicBezTo>
                      <a:pt x="52139" y="85325"/>
                      <a:pt x="51749" y="84438"/>
                      <a:pt x="51749" y="83515"/>
                    </a:cubicBezTo>
                    <a:lnTo>
                      <a:pt x="51749" y="77517"/>
                    </a:lnTo>
                    <a:cubicBezTo>
                      <a:pt x="51749" y="76559"/>
                      <a:pt x="52139" y="75707"/>
                      <a:pt x="52778" y="75068"/>
                    </a:cubicBezTo>
                    <a:cubicBezTo>
                      <a:pt x="53381" y="74429"/>
                      <a:pt x="54269" y="74039"/>
                      <a:pt x="55191" y="74039"/>
                    </a:cubicBezTo>
                    <a:lnTo>
                      <a:pt x="73790" y="74039"/>
                    </a:lnTo>
                    <a:cubicBezTo>
                      <a:pt x="74748" y="74039"/>
                      <a:pt x="75600" y="74429"/>
                      <a:pt x="76239" y="75068"/>
                    </a:cubicBezTo>
                    <a:cubicBezTo>
                      <a:pt x="76842" y="75707"/>
                      <a:pt x="77232" y="76559"/>
                      <a:pt x="77232" y="77517"/>
                    </a:cubicBezTo>
                    <a:cubicBezTo>
                      <a:pt x="77232" y="79327"/>
                      <a:pt x="78723" y="80818"/>
                      <a:pt x="80569" y="80818"/>
                    </a:cubicBezTo>
                    <a:cubicBezTo>
                      <a:pt x="82414" y="80818"/>
                      <a:pt x="83905" y="79327"/>
                      <a:pt x="83905" y="77517"/>
                    </a:cubicBezTo>
                    <a:cubicBezTo>
                      <a:pt x="83905" y="74713"/>
                      <a:pt x="82769" y="72193"/>
                      <a:pt x="80924" y="70347"/>
                    </a:cubicBezTo>
                    <a:cubicBezTo>
                      <a:pt x="79114" y="68502"/>
                      <a:pt x="76594" y="67401"/>
                      <a:pt x="73790" y="67401"/>
                    </a:cubicBezTo>
                    <a:lnTo>
                      <a:pt x="67827" y="67401"/>
                    </a:lnTo>
                    <a:lnTo>
                      <a:pt x="67827" y="63639"/>
                    </a:lnTo>
                    <a:cubicBezTo>
                      <a:pt x="67827" y="61829"/>
                      <a:pt x="66336" y="60338"/>
                      <a:pt x="64490" y="60338"/>
                    </a:cubicBezTo>
                    <a:close/>
                    <a:moveTo>
                      <a:pt x="157766" y="60338"/>
                    </a:moveTo>
                    <a:cubicBezTo>
                      <a:pt x="155956" y="60338"/>
                      <a:pt x="154465" y="61829"/>
                      <a:pt x="154465" y="63639"/>
                    </a:cubicBezTo>
                    <a:lnTo>
                      <a:pt x="154465" y="67330"/>
                    </a:lnTo>
                    <a:lnTo>
                      <a:pt x="142504" y="67330"/>
                    </a:lnTo>
                    <a:cubicBezTo>
                      <a:pt x="140658" y="67330"/>
                      <a:pt x="139167" y="68821"/>
                      <a:pt x="139167" y="70667"/>
                    </a:cubicBezTo>
                    <a:cubicBezTo>
                      <a:pt x="139167" y="72512"/>
                      <a:pt x="140658" y="74003"/>
                      <a:pt x="142504" y="74003"/>
                    </a:cubicBezTo>
                    <a:lnTo>
                      <a:pt x="146160" y="74003"/>
                    </a:lnTo>
                    <a:lnTo>
                      <a:pt x="146160" y="106160"/>
                    </a:lnTo>
                    <a:lnTo>
                      <a:pt x="142504" y="106160"/>
                    </a:lnTo>
                    <a:cubicBezTo>
                      <a:pt x="140658" y="106160"/>
                      <a:pt x="139167" y="107650"/>
                      <a:pt x="139167" y="109496"/>
                    </a:cubicBezTo>
                    <a:cubicBezTo>
                      <a:pt x="139167" y="111342"/>
                      <a:pt x="140658" y="112832"/>
                      <a:pt x="142504" y="112832"/>
                    </a:cubicBezTo>
                    <a:lnTo>
                      <a:pt x="154465" y="112832"/>
                    </a:lnTo>
                    <a:lnTo>
                      <a:pt x="154465" y="116488"/>
                    </a:lnTo>
                    <a:cubicBezTo>
                      <a:pt x="154465" y="118334"/>
                      <a:pt x="155956" y="119824"/>
                      <a:pt x="157766" y="119824"/>
                    </a:cubicBezTo>
                    <a:cubicBezTo>
                      <a:pt x="159611" y="119824"/>
                      <a:pt x="161102" y="118334"/>
                      <a:pt x="161102" y="116488"/>
                    </a:cubicBezTo>
                    <a:lnTo>
                      <a:pt x="161102" y="112832"/>
                    </a:lnTo>
                    <a:lnTo>
                      <a:pt x="168449" y="112832"/>
                    </a:lnTo>
                    <a:lnTo>
                      <a:pt x="168449" y="116488"/>
                    </a:lnTo>
                    <a:cubicBezTo>
                      <a:pt x="168449" y="118334"/>
                      <a:pt x="169940" y="119824"/>
                      <a:pt x="171785" y="119824"/>
                    </a:cubicBezTo>
                    <a:cubicBezTo>
                      <a:pt x="173631" y="119824"/>
                      <a:pt x="175122" y="118334"/>
                      <a:pt x="175122" y="116488"/>
                    </a:cubicBezTo>
                    <a:lnTo>
                      <a:pt x="175122" y="112477"/>
                    </a:lnTo>
                    <a:cubicBezTo>
                      <a:pt x="177677" y="111910"/>
                      <a:pt x="179949" y="110738"/>
                      <a:pt x="181794" y="109141"/>
                    </a:cubicBezTo>
                    <a:cubicBezTo>
                      <a:pt x="184492" y="106763"/>
                      <a:pt x="186160" y="103462"/>
                      <a:pt x="186160" y="99771"/>
                    </a:cubicBezTo>
                    <a:cubicBezTo>
                      <a:pt x="186160" y="95938"/>
                      <a:pt x="184314" y="92495"/>
                      <a:pt x="181368" y="90081"/>
                    </a:cubicBezTo>
                    <a:cubicBezTo>
                      <a:pt x="184314" y="87668"/>
                      <a:pt x="186160" y="84225"/>
                      <a:pt x="186160" y="80356"/>
                    </a:cubicBezTo>
                    <a:cubicBezTo>
                      <a:pt x="186160" y="76701"/>
                      <a:pt x="184492" y="73400"/>
                      <a:pt x="181794" y="71022"/>
                    </a:cubicBezTo>
                    <a:cubicBezTo>
                      <a:pt x="179949" y="69425"/>
                      <a:pt x="177677" y="68253"/>
                      <a:pt x="175122" y="67685"/>
                    </a:cubicBezTo>
                    <a:lnTo>
                      <a:pt x="175122" y="63639"/>
                    </a:lnTo>
                    <a:cubicBezTo>
                      <a:pt x="175122" y="61829"/>
                      <a:pt x="173631" y="60338"/>
                      <a:pt x="171785" y="60338"/>
                    </a:cubicBezTo>
                    <a:cubicBezTo>
                      <a:pt x="169940" y="60338"/>
                      <a:pt x="168449" y="61829"/>
                      <a:pt x="168449" y="63639"/>
                    </a:cubicBezTo>
                    <a:lnTo>
                      <a:pt x="168449" y="67330"/>
                    </a:lnTo>
                    <a:lnTo>
                      <a:pt x="161102" y="67330"/>
                    </a:lnTo>
                    <a:lnTo>
                      <a:pt x="161102" y="63639"/>
                    </a:lnTo>
                    <a:cubicBezTo>
                      <a:pt x="161102" y="61829"/>
                      <a:pt x="159611" y="60338"/>
                      <a:pt x="157766" y="60338"/>
                    </a:cubicBezTo>
                    <a:close/>
                    <a:moveTo>
                      <a:pt x="155151" y="43784"/>
                    </a:moveTo>
                    <a:cubicBezTo>
                      <a:pt x="154960" y="43784"/>
                      <a:pt x="154767" y="43800"/>
                      <a:pt x="154571" y="43834"/>
                    </a:cubicBezTo>
                    <a:cubicBezTo>
                      <a:pt x="143462" y="45751"/>
                      <a:pt x="133702" y="51607"/>
                      <a:pt x="126709" y="59912"/>
                    </a:cubicBezTo>
                    <a:cubicBezTo>
                      <a:pt x="119859" y="68076"/>
                      <a:pt x="115707" y="78617"/>
                      <a:pt x="115707" y="90081"/>
                    </a:cubicBezTo>
                    <a:cubicBezTo>
                      <a:pt x="115707" y="103036"/>
                      <a:pt x="120960" y="114784"/>
                      <a:pt x="129478" y="123267"/>
                    </a:cubicBezTo>
                    <a:cubicBezTo>
                      <a:pt x="137961" y="131750"/>
                      <a:pt x="149709" y="137039"/>
                      <a:pt x="162664" y="137039"/>
                    </a:cubicBezTo>
                    <a:cubicBezTo>
                      <a:pt x="175619" y="137039"/>
                      <a:pt x="187367" y="131750"/>
                      <a:pt x="195849" y="123267"/>
                    </a:cubicBezTo>
                    <a:cubicBezTo>
                      <a:pt x="204368" y="114784"/>
                      <a:pt x="209621" y="103036"/>
                      <a:pt x="209621" y="90081"/>
                    </a:cubicBezTo>
                    <a:cubicBezTo>
                      <a:pt x="209621" y="78617"/>
                      <a:pt x="205468" y="68076"/>
                      <a:pt x="198618" y="59912"/>
                    </a:cubicBezTo>
                    <a:cubicBezTo>
                      <a:pt x="191626" y="51607"/>
                      <a:pt x="181865" y="45751"/>
                      <a:pt x="170721" y="43834"/>
                    </a:cubicBezTo>
                    <a:cubicBezTo>
                      <a:pt x="170529" y="43800"/>
                      <a:pt x="170339" y="43784"/>
                      <a:pt x="170151" y="43784"/>
                    </a:cubicBezTo>
                    <a:cubicBezTo>
                      <a:pt x="168565" y="43784"/>
                      <a:pt x="167173" y="44949"/>
                      <a:pt x="166887" y="46567"/>
                    </a:cubicBezTo>
                    <a:cubicBezTo>
                      <a:pt x="166568" y="48377"/>
                      <a:pt x="167810" y="50081"/>
                      <a:pt x="169620" y="50400"/>
                    </a:cubicBezTo>
                    <a:cubicBezTo>
                      <a:pt x="179168" y="52033"/>
                      <a:pt x="187580" y="57073"/>
                      <a:pt x="193542" y="64172"/>
                    </a:cubicBezTo>
                    <a:cubicBezTo>
                      <a:pt x="199399" y="71164"/>
                      <a:pt x="202948" y="80214"/>
                      <a:pt x="202948" y="90081"/>
                    </a:cubicBezTo>
                    <a:cubicBezTo>
                      <a:pt x="202948" y="101191"/>
                      <a:pt x="198440" y="111271"/>
                      <a:pt x="191164" y="118582"/>
                    </a:cubicBezTo>
                    <a:cubicBezTo>
                      <a:pt x="183853" y="125858"/>
                      <a:pt x="173808" y="130366"/>
                      <a:pt x="162664" y="130366"/>
                    </a:cubicBezTo>
                    <a:cubicBezTo>
                      <a:pt x="151519" y="130366"/>
                      <a:pt x="141474" y="125858"/>
                      <a:pt x="134163" y="118582"/>
                    </a:cubicBezTo>
                    <a:cubicBezTo>
                      <a:pt x="126887" y="111271"/>
                      <a:pt x="122379" y="101191"/>
                      <a:pt x="122379" y="90081"/>
                    </a:cubicBezTo>
                    <a:cubicBezTo>
                      <a:pt x="122379" y="80214"/>
                      <a:pt x="125929" y="71164"/>
                      <a:pt x="131785" y="64172"/>
                    </a:cubicBezTo>
                    <a:cubicBezTo>
                      <a:pt x="137748" y="57073"/>
                      <a:pt x="146160" y="52033"/>
                      <a:pt x="155707" y="50400"/>
                    </a:cubicBezTo>
                    <a:cubicBezTo>
                      <a:pt x="157517" y="50081"/>
                      <a:pt x="158724" y="48377"/>
                      <a:pt x="158440" y="46567"/>
                    </a:cubicBezTo>
                    <a:cubicBezTo>
                      <a:pt x="158154" y="44949"/>
                      <a:pt x="156762" y="43784"/>
                      <a:pt x="155151" y="43784"/>
                    </a:cubicBezTo>
                    <a:close/>
                    <a:moveTo>
                      <a:pt x="65839" y="143791"/>
                    </a:moveTo>
                    <a:cubicBezTo>
                      <a:pt x="64987" y="143791"/>
                      <a:pt x="64136" y="144119"/>
                      <a:pt x="63497" y="144776"/>
                    </a:cubicBezTo>
                    <a:cubicBezTo>
                      <a:pt x="62183" y="146054"/>
                      <a:pt x="62183" y="148183"/>
                      <a:pt x="63497" y="149461"/>
                    </a:cubicBezTo>
                    <a:lnTo>
                      <a:pt x="65697" y="151697"/>
                    </a:lnTo>
                    <a:lnTo>
                      <a:pt x="30133" y="151697"/>
                    </a:lnTo>
                    <a:cubicBezTo>
                      <a:pt x="28288" y="151697"/>
                      <a:pt x="26797" y="153188"/>
                      <a:pt x="26797" y="155033"/>
                    </a:cubicBezTo>
                    <a:cubicBezTo>
                      <a:pt x="26797" y="156844"/>
                      <a:pt x="28288" y="158334"/>
                      <a:pt x="30133" y="158334"/>
                    </a:cubicBezTo>
                    <a:lnTo>
                      <a:pt x="65697" y="158334"/>
                    </a:lnTo>
                    <a:lnTo>
                      <a:pt x="63497" y="160570"/>
                    </a:lnTo>
                    <a:cubicBezTo>
                      <a:pt x="62183" y="161848"/>
                      <a:pt x="62183" y="163978"/>
                      <a:pt x="63497" y="165255"/>
                    </a:cubicBezTo>
                    <a:cubicBezTo>
                      <a:pt x="64136" y="165912"/>
                      <a:pt x="64987" y="166240"/>
                      <a:pt x="65839" y="166240"/>
                    </a:cubicBezTo>
                    <a:cubicBezTo>
                      <a:pt x="66691" y="166240"/>
                      <a:pt x="67543" y="165912"/>
                      <a:pt x="68182" y="165255"/>
                    </a:cubicBezTo>
                    <a:lnTo>
                      <a:pt x="76097" y="157376"/>
                    </a:lnTo>
                    <a:cubicBezTo>
                      <a:pt x="77374" y="156063"/>
                      <a:pt x="77374" y="153969"/>
                      <a:pt x="76097" y="152655"/>
                    </a:cubicBezTo>
                    <a:lnTo>
                      <a:pt x="68182" y="144776"/>
                    </a:lnTo>
                    <a:cubicBezTo>
                      <a:pt x="67543" y="144119"/>
                      <a:pt x="66691" y="143791"/>
                      <a:pt x="65839" y="143791"/>
                    </a:cubicBezTo>
                    <a:close/>
                    <a:moveTo>
                      <a:pt x="161333" y="143791"/>
                    </a:moveTo>
                    <a:cubicBezTo>
                      <a:pt x="160481" y="143791"/>
                      <a:pt x="159629" y="144119"/>
                      <a:pt x="158972" y="144776"/>
                    </a:cubicBezTo>
                    <a:lnTo>
                      <a:pt x="151058" y="152655"/>
                    </a:lnTo>
                    <a:cubicBezTo>
                      <a:pt x="149780" y="153969"/>
                      <a:pt x="149780" y="156063"/>
                      <a:pt x="151058" y="157376"/>
                    </a:cubicBezTo>
                    <a:lnTo>
                      <a:pt x="158972" y="165255"/>
                    </a:lnTo>
                    <a:cubicBezTo>
                      <a:pt x="159629" y="165912"/>
                      <a:pt x="160481" y="166240"/>
                      <a:pt x="161333" y="166240"/>
                    </a:cubicBezTo>
                    <a:cubicBezTo>
                      <a:pt x="162185" y="166240"/>
                      <a:pt x="163036" y="165912"/>
                      <a:pt x="163693" y="165255"/>
                    </a:cubicBezTo>
                    <a:cubicBezTo>
                      <a:pt x="164971" y="163978"/>
                      <a:pt x="164971" y="161848"/>
                      <a:pt x="163693" y="160570"/>
                    </a:cubicBezTo>
                    <a:lnTo>
                      <a:pt x="161457" y="158334"/>
                    </a:lnTo>
                    <a:lnTo>
                      <a:pt x="197056" y="158334"/>
                    </a:lnTo>
                    <a:cubicBezTo>
                      <a:pt x="198866" y="158334"/>
                      <a:pt x="200357" y="156844"/>
                      <a:pt x="200357" y="155033"/>
                    </a:cubicBezTo>
                    <a:cubicBezTo>
                      <a:pt x="200357" y="153188"/>
                      <a:pt x="198866" y="151697"/>
                      <a:pt x="197056" y="151697"/>
                    </a:cubicBezTo>
                    <a:lnTo>
                      <a:pt x="161457" y="151697"/>
                    </a:lnTo>
                    <a:lnTo>
                      <a:pt x="163693" y="149461"/>
                    </a:lnTo>
                    <a:cubicBezTo>
                      <a:pt x="164971" y="148183"/>
                      <a:pt x="164971" y="146054"/>
                      <a:pt x="163693" y="144776"/>
                    </a:cubicBezTo>
                    <a:cubicBezTo>
                      <a:pt x="163036" y="144119"/>
                      <a:pt x="162185" y="143791"/>
                      <a:pt x="161333" y="143791"/>
                    </a:cubicBezTo>
                    <a:close/>
                    <a:moveTo>
                      <a:pt x="51536" y="187119"/>
                    </a:moveTo>
                    <a:cubicBezTo>
                      <a:pt x="49690" y="187119"/>
                      <a:pt x="48199" y="188610"/>
                      <a:pt x="48199" y="190455"/>
                    </a:cubicBezTo>
                    <a:cubicBezTo>
                      <a:pt x="48199" y="192301"/>
                      <a:pt x="49690" y="193792"/>
                      <a:pt x="51536" y="193792"/>
                    </a:cubicBezTo>
                    <a:lnTo>
                      <a:pt x="77481" y="193792"/>
                    </a:lnTo>
                    <a:cubicBezTo>
                      <a:pt x="79291" y="193792"/>
                      <a:pt x="80782" y="192301"/>
                      <a:pt x="80782" y="190455"/>
                    </a:cubicBezTo>
                    <a:cubicBezTo>
                      <a:pt x="80782" y="188610"/>
                      <a:pt x="79291" y="187119"/>
                      <a:pt x="77481" y="187119"/>
                    </a:cubicBezTo>
                    <a:close/>
                    <a:moveTo>
                      <a:pt x="149709" y="187119"/>
                    </a:moveTo>
                    <a:cubicBezTo>
                      <a:pt x="147863" y="187119"/>
                      <a:pt x="146372" y="188610"/>
                      <a:pt x="146372" y="190455"/>
                    </a:cubicBezTo>
                    <a:cubicBezTo>
                      <a:pt x="146372" y="192301"/>
                      <a:pt x="147863" y="193792"/>
                      <a:pt x="149709" y="193792"/>
                    </a:cubicBezTo>
                    <a:lnTo>
                      <a:pt x="175619" y="193792"/>
                    </a:lnTo>
                    <a:cubicBezTo>
                      <a:pt x="177464" y="193792"/>
                      <a:pt x="178955" y="192301"/>
                      <a:pt x="178955" y="190455"/>
                    </a:cubicBezTo>
                    <a:cubicBezTo>
                      <a:pt x="178955" y="188610"/>
                      <a:pt x="177464" y="187119"/>
                      <a:pt x="175619" y="187119"/>
                    </a:cubicBezTo>
                    <a:close/>
                    <a:moveTo>
                      <a:pt x="98173" y="179665"/>
                    </a:moveTo>
                    <a:lnTo>
                      <a:pt x="98173" y="192762"/>
                    </a:lnTo>
                    <a:cubicBezTo>
                      <a:pt x="98173" y="195886"/>
                      <a:pt x="99132" y="198796"/>
                      <a:pt x="100764" y="201210"/>
                    </a:cubicBezTo>
                    <a:lnTo>
                      <a:pt x="15120" y="201210"/>
                    </a:lnTo>
                    <a:cubicBezTo>
                      <a:pt x="12777" y="201210"/>
                      <a:pt x="10683" y="200287"/>
                      <a:pt x="9157" y="198725"/>
                    </a:cubicBezTo>
                    <a:cubicBezTo>
                      <a:pt x="7595" y="197199"/>
                      <a:pt x="6637" y="195069"/>
                      <a:pt x="6637" y="192762"/>
                    </a:cubicBezTo>
                    <a:lnTo>
                      <a:pt x="6637" y="179665"/>
                    </a:lnTo>
                    <a:close/>
                    <a:moveTo>
                      <a:pt x="220517" y="179665"/>
                    </a:moveTo>
                    <a:lnTo>
                      <a:pt x="220517" y="192762"/>
                    </a:lnTo>
                    <a:cubicBezTo>
                      <a:pt x="220517" y="195069"/>
                      <a:pt x="219559" y="197199"/>
                      <a:pt x="217997" y="198725"/>
                    </a:cubicBezTo>
                    <a:cubicBezTo>
                      <a:pt x="216471" y="200287"/>
                      <a:pt x="214377" y="201210"/>
                      <a:pt x="212034" y="201210"/>
                    </a:cubicBezTo>
                    <a:lnTo>
                      <a:pt x="113293" y="201210"/>
                    </a:lnTo>
                    <a:cubicBezTo>
                      <a:pt x="110951" y="201210"/>
                      <a:pt x="108857" y="200287"/>
                      <a:pt x="107330" y="198725"/>
                    </a:cubicBezTo>
                    <a:cubicBezTo>
                      <a:pt x="105769" y="197199"/>
                      <a:pt x="104810" y="195069"/>
                      <a:pt x="104810" y="192762"/>
                    </a:cubicBezTo>
                    <a:lnTo>
                      <a:pt x="104810" y="179665"/>
                    </a:lnTo>
                    <a:close/>
                    <a:moveTo>
                      <a:pt x="15120" y="0"/>
                    </a:moveTo>
                    <a:cubicBezTo>
                      <a:pt x="10967" y="0"/>
                      <a:pt x="7170" y="1704"/>
                      <a:pt x="4437" y="4437"/>
                    </a:cubicBezTo>
                    <a:cubicBezTo>
                      <a:pt x="1704" y="7170"/>
                      <a:pt x="0" y="10932"/>
                      <a:pt x="0" y="15120"/>
                    </a:cubicBezTo>
                    <a:lnTo>
                      <a:pt x="0" y="129727"/>
                    </a:lnTo>
                    <a:cubicBezTo>
                      <a:pt x="0" y="131537"/>
                      <a:pt x="1491" y="133063"/>
                      <a:pt x="3336" y="133063"/>
                    </a:cubicBezTo>
                    <a:cubicBezTo>
                      <a:pt x="5182" y="133063"/>
                      <a:pt x="6637" y="131537"/>
                      <a:pt x="6637" y="129727"/>
                    </a:cubicBezTo>
                    <a:lnTo>
                      <a:pt x="6637" y="15120"/>
                    </a:lnTo>
                    <a:cubicBezTo>
                      <a:pt x="6637" y="12778"/>
                      <a:pt x="7595" y="10684"/>
                      <a:pt x="9157" y="9122"/>
                    </a:cubicBezTo>
                    <a:cubicBezTo>
                      <a:pt x="10683" y="7596"/>
                      <a:pt x="12777" y="6638"/>
                      <a:pt x="15120" y="6638"/>
                    </a:cubicBezTo>
                    <a:lnTo>
                      <a:pt x="38013" y="6638"/>
                    </a:lnTo>
                    <a:lnTo>
                      <a:pt x="38013" y="14482"/>
                    </a:lnTo>
                    <a:cubicBezTo>
                      <a:pt x="38013" y="17179"/>
                      <a:pt x="39149" y="19664"/>
                      <a:pt x="40923" y="21438"/>
                    </a:cubicBezTo>
                    <a:cubicBezTo>
                      <a:pt x="42698" y="23213"/>
                      <a:pt x="45182" y="24349"/>
                      <a:pt x="47880" y="24349"/>
                    </a:cubicBezTo>
                    <a:lnTo>
                      <a:pt x="81101" y="24349"/>
                    </a:lnTo>
                    <a:cubicBezTo>
                      <a:pt x="83799" y="24349"/>
                      <a:pt x="86283" y="23213"/>
                      <a:pt x="88058" y="21438"/>
                    </a:cubicBezTo>
                    <a:cubicBezTo>
                      <a:pt x="89868" y="19664"/>
                      <a:pt x="90968" y="17179"/>
                      <a:pt x="90968" y="14482"/>
                    </a:cubicBezTo>
                    <a:lnTo>
                      <a:pt x="90968" y="6638"/>
                    </a:lnTo>
                    <a:lnTo>
                      <a:pt x="100764" y="6638"/>
                    </a:lnTo>
                    <a:cubicBezTo>
                      <a:pt x="99132" y="9087"/>
                      <a:pt x="98173" y="11962"/>
                      <a:pt x="98173" y="15120"/>
                    </a:cubicBezTo>
                    <a:lnTo>
                      <a:pt x="98173" y="57392"/>
                    </a:lnTo>
                    <a:cubicBezTo>
                      <a:pt x="95902" y="55050"/>
                      <a:pt x="93382" y="52956"/>
                      <a:pt x="90684" y="51146"/>
                    </a:cubicBezTo>
                    <a:cubicBezTo>
                      <a:pt x="85325" y="47525"/>
                      <a:pt x="79185" y="44970"/>
                      <a:pt x="72583" y="43834"/>
                    </a:cubicBezTo>
                    <a:cubicBezTo>
                      <a:pt x="72388" y="43800"/>
                      <a:pt x="72194" y="43784"/>
                      <a:pt x="72003" y="43784"/>
                    </a:cubicBezTo>
                    <a:cubicBezTo>
                      <a:pt x="70392" y="43784"/>
                      <a:pt x="69000" y="44949"/>
                      <a:pt x="68714" y="46567"/>
                    </a:cubicBezTo>
                    <a:cubicBezTo>
                      <a:pt x="68430" y="48377"/>
                      <a:pt x="69637" y="50081"/>
                      <a:pt x="71447" y="50400"/>
                    </a:cubicBezTo>
                    <a:cubicBezTo>
                      <a:pt x="77126" y="51359"/>
                      <a:pt x="82379" y="53559"/>
                      <a:pt x="86993" y="56647"/>
                    </a:cubicBezTo>
                    <a:cubicBezTo>
                      <a:pt x="91430" y="59629"/>
                      <a:pt x="95227" y="63462"/>
                      <a:pt x="98173" y="67934"/>
                    </a:cubicBezTo>
                    <a:lnTo>
                      <a:pt x="98173" y="112229"/>
                    </a:lnTo>
                    <a:cubicBezTo>
                      <a:pt x="94588" y="117659"/>
                      <a:pt x="89726" y="122167"/>
                      <a:pt x="84012" y="125361"/>
                    </a:cubicBezTo>
                    <a:cubicBezTo>
                      <a:pt x="78226" y="128556"/>
                      <a:pt x="71589" y="130366"/>
                      <a:pt x="64490" y="130366"/>
                    </a:cubicBezTo>
                    <a:cubicBezTo>
                      <a:pt x="53381" y="130366"/>
                      <a:pt x="43301" y="125858"/>
                      <a:pt x="35990" y="118582"/>
                    </a:cubicBezTo>
                    <a:cubicBezTo>
                      <a:pt x="28714" y="111271"/>
                      <a:pt x="24206" y="101191"/>
                      <a:pt x="24206" y="90081"/>
                    </a:cubicBezTo>
                    <a:cubicBezTo>
                      <a:pt x="24206" y="80214"/>
                      <a:pt x="27755" y="71164"/>
                      <a:pt x="33612" y="64172"/>
                    </a:cubicBezTo>
                    <a:cubicBezTo>
                      <a:pt x="39610" y="57073"/>
                      <a:pt x="47986" y="52033"/>
                      <a:pt x="57534" y="50400"/>
                    </a:cubicBezTo>
                    <a:cubicBezTo>
                      <a:pt x="59344" y="50081"/>
                      <a:pt x="60586" y="48377"/>
                      <a:pt x="60267" y="46567"/>
                    </a:cubicBezTo>
                    <a:cubicBezTo>
                      <a:pt x="59981" y="44949"/>
                      <a:pt x="58589" y="43784"/>
                      <a:pt x="57003" y="43784"/>
                    </a:cubicBezTo>
                    <a:cubicBezTo>
                      <a:pt x="56816" y="43784"/>
                      <a:pt x="56625" y="43800"/>
                      <a:pt x="56434" y="43834"/>
                    </a:cubicBezTo>
                    <a:cubicBezTo>
                      <a:pt x="45324" y="45751"/>
                      <a:pt x="35528" y="51607"/>
                      <a:pt x="28536" y="59912"/>
                    </a:cubicBezTo>
                    <a:cubicBezTo>
                      <a:pt x="21686" y="68076"/>
                      <a:pt x="17569" y="78617"/>
                      <a:pt x="17569" y="90081"/>
                    </a:cubicBezTo>
                    <a:cubicBezTo>
                      <a:pt x="17569" y="103036"/>
                      <a:pt x="22822" y="114784"/>
                      <a:pt x="31305" y="123267"/>
                    </a:cubicBezTo>
                    <a:cubicBezTo>
                      <a:pt x="39787" y="131750"/>
                      <a:pt x="51536" y="137039"/>
                      <a:pt x="64490" y="137039"/>
                    </a:cubicBezTo>
                    <a:cubicBezTo>
                      <a:pt x="72725" y="137039"/>
                      <a:pt x="80462" y="134909"/>
                      <a:pt x="87206" y="131147"/>
                    </a:cubicBezTo>
                    <a:cubicBezTo>
                      <a:pt x="91288" y="128911"/>
                      <a:pt x="94979" y="126071"/>
                      <a:pt x="98173" y="122770"/>
                    </a:cubicBezTo>
                    <a:lnTo>
                      <a:pt x="98173" y="173028"/>
                    </a:lnTo>
                    <a:lnTo>
                      <a:pt x="6637" y="173028"/>
                    </a:lnTo>
                    <a:lnTo>
                      <a:pt x="6637" y="144811"/>
                    </a:lnTo>
                    <a:cubicBezTo>
                      <a:pt x="6637" y="142966"/>
                      <a:pt x="5182" y="141475"/>
                      <a:pt x="3336" y="141475"/>
                    </a:cubicBezTo>
                    <a:cubicBezTo>
                      <a:pt x="1491" y="141475"/>
                      <a:pt x="0" y="142966"/>
                      <a:pt x="0" y="144811"/>
                    </a:cubicBezTo>
                    <a:lnTo>
                      <a:pt x="0" y="192762"/>
                    </a:lnTo>
                    <a:cubicBezTo>
                      <a:pt x="0" y="196915"/>
                      <a:pt x="1704" y="200713"/>
                      <a:pt x="4437" y="203446"/>
                    </a:cubicBezTo>
                    <a:cubicBezTo>
                      <a:pt x="7170" y="206179"/>
                      <a:pt x="10967" y="207882"/>
                      <a:pt x="15120" y="207882"/>
                    </a:cubicBezTo>
                    <a:lnTo>
                      <a:pt x="212034" y="207882"/>
                    </a:lnTo>
                    <a:cubicBezTo>
                      <a:pt x="216187" y="207882"/>
                      <a:pt x="219985" y="206179"/>
                      <a:pt x="222718" y="203446"/>
                    </a:cubicBezTo>
                    <a:cubicBezTo>
                      <a:pt x="225451" y="200713"/>
                      <a:pt x="227154" y="196915"/>
                      <a:pt x="227154" y="192762"/>
                    </a:cubicBezTo>
                    <a:lnTo>
                      <a:pt x="227154" y="47632"/>
                    </a:lnTo>
                    <a:cubicBezTo>
                      <a:pt x="227154" y="45786"/>
                      <a:pt x="225663" y="44296"/>
                      <a:pt x="223818" y="44296"/>
                    </a:cubicBezTo>
                    <a:cubicBezTo>
                      <a:pt x="222008" y="44296"/>
                      <a:pt x="220517" y="45786"/>
                      <a:pt x="220517" y="47632"/>
                    </a:cubicBezTo>
                    <a:lnTo>
                      <a:pt x="220517" y="173028"/>
                    </a:lnTo>
                    <a:lnTo>
                      <a:pt x="104810" y="173028"/>
                    </a:lnTo>
                    <a:lnTo>
                      <a:pt x="104810" y="15120"/>
                    </a:lnTo>
                    <a:cubicBezTo>
                      <a:pt x="104810" y="12778"/>
                      <a:pt x="105769" y="10684"/>
                      <a:pt x="107330" y="9122"/>
                    </a:cubicBezTo>
                    <a:cubicBezTo>
                      <a:pt x="108857" y="7596"/>
                      <a:pt x="110951" y="6638"/>
                      <a:pt x="113293" y="6638"/>
                    </a:cubicBezTo>
                    <a:lnTo>
                      <a:pt x="136186" y="6638"/>
                    </a:lnTo>
                    <a:lnTo>
                      <a:pt x="136186" y="14482"/>
                    </a:lnTo>
                    <a:cubicBezTo>
                      <a:pt x="136186" y="17179"/>
                      <a:pt x="137322" y="19664"/>
                      <a:pt x="139096" y="21438"/>
                    </a:cubicBezTo>
                    <a:cubicBezTo>
                      <a:pt x="140871" y="23213"/>
                      <a:pt x="143356" y="24349"/>
                      <a:pt x="146053" y="24349"/>
                    </a:cubicBezTo>
                    <a:lnTo>
                      <a:pt x="179274" y="24349"/>
                    </a:lnTo>
                    <a:cubicBezTo>
                      <a:pt x="181972" y="24349"/>
                      <a:pt x="184456" y="23213"/>
                      <a:pt x="186231" y="21438"/>
                    </a:cubicBezTo>
                    <a:cubicBezTo>
                      <a:pt x="188006" y="19664"/>
                      <a:pt x="189141" y="17179"/>
                      <a:pt x="189141" y="14482"/>
                    </a:cubicBezTo>
                    <a:lnTo>
                      <a:pt x="189141" y="6638"/>
                    </a:lnTo>
                    <a:lnTo>
                      <a:pt x="212034" y="6638"/>
                    </a:lnTo>
                    <a:cubicBezTo>
                      <a:pt x="214377" y="6638"/>
                      <a:pt x="216471" y="7596"/>
                      <a:pt x="217997" y="9122"/>
                    </a:cubicBezTo>
                    <a:cubicBezTo>
                      <a:pt x="219559" y="10684"/>
                      <a:pt x="220517" y="12778"/>
                      <a:pt x="220517" y="15120"/>
                    </a:cubicBezTo>
                    <a:lnTo>
                      <a:pt x="220517" y="32583"/>
                    </a:lnTo>
                    <a:cubicBezTo>
                      <a:pt x="220517" y="34393"/>
                      <a:pt x="222008" y="35884"/>
                      <a:pt x="223818" y="35884"/>
                    </a:cubicBezTo>
                    <a:cubicBezTo>
                      <a:pt x="225663" y="35884"/>
                      <a:pt x="227154" y="34393"/>
                      <a:pt x="227154" y="32583"/>
                    </a:cubicBezTo>
                    <a:lnTo>
                      <a:pt x="227154" y="15120"/>
                    </a:lnTo>
                    <a:cubicBezTo>
                      <a:pt x="227154" y="10932"/>
                      <a:pt x="225451" y="7170"/>
                      <a:pt x="222718" y="4437"/>
                    </a:cubicBezTo>
                    <a:cubicBezTo>
                      <a:pt x="219985" y="1704"/>
                      <a:pt x="216187" y="0"/>
                      <a:pt x="212034" y="0"/>
                    </a:cubicBezTo>
                    <a:close/>
                  </a:path>
                </a:pathLst>
              </a:custGeom>
              <a:solidFill>
                <a:srgbClr val="775EF5"/>
              </a:solidFill>
              <a:ln>
                <a:noFill/>
              </a:ln>
              <a:effectLst>
                <a:outerShdw blurRad="28575" algn="bl" rotWithShape="0">
                  <a:srgbClr val="DFDEFF">
                    <a:alpha val="50000"/>
                  </a:srgbClr>
                </a:outerShdw>
              </a:effectLst>
            </p:spPr>
            <p:txBody>
              <a:bodyPr spcFirstLastPara="1" wrap="square" lIns="132058" tIns="132058" rIns="132058" bIns="132058" anchor="ctr" anchorCtr="0">
                <a:noAutofit/>
              </a:bodyPr>
              <a:lstStyle/>
              <a:p>
                <a:pPr defTabSz="495285">
                  <a:defRPr/>
                </a:pPr>
                <a:endParaRPr sz="2600">
                  <a:solidFill>
                    <a:prstClr val="black"/>
                  </a:solidFill>
                  <a:latin typeface="Maiandra GD" panose="020E0502030308020204" pitchFamily="34" charset="0"/>
                </a:endParaRPr>
              </a:p>
            </p:txBody>
          </p:sp>
        </p:grpSp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F649F3C3-AD23-4238-A812-2AFE73D1D16E}"/>
                </a:ext>
              </a:extLst>
            </p:cNvPr>
            <p:cNvGrpSpPr/>
            <p:nvPr/>
          </p:nvGrpSpPr>
          <p:grpSpPr>
            <a:xfrm>
              <a:off x="3248435" y="7456096"/>
              <a:ext cx="1250802" cy="1008205"/>
              <a:chOff x="1142705" y="2577053"/>
              <a:chExt cx="1463532" cy="1008205"/>
            </a:xfrm>
          </p:grpSpPr>
          <p:sp>
            <p:nvSpPr>
              <p:cNvPr id="254" name="Google Shape;1426;p56">
                <a:extLst>
                  <a:ext uri="{FF2B5EF4-FFF2-40B4-BE49-F238E27FC236}">
                    <a16:creationId xmlns:a16="http://schemas.microsoft.com/office/drawing/2014/main" id="{C802DC7C-CE1E-42A8-A642-2DE7418FDE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35534" y="2577053"/>
                <a:ext cx="1126132" cy="559600"/>
              </a:xfrm>
              <a:prstGeom prst="rect">
                <a:avLst/>
              </a:prstGeom>
            </p:spPr>
            <p:txBody>
              <a:bodyPr spcFirstLastPara="1" vert="horz" wrap="square" lIns="132058" tIns="132058" rIns="132058" bIns="132058" rtlCol="0" anchor="ctr" anchorCtr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 defTabSz="990570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r>
                  <a:rPr lang="en" sz="1300" b="1" dirty="0">
                    <a:solidFill>
                      <a:prstClr val="white">
                        <a:lumMod val="65000"/>
                      </a:prstClr>
                    </a:solidFill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Squada One"/>
                  </a:rPr>
                  <a:t>06</a:t>
                </a:r>
              </a:p>
            </p:txBody>
          </p:sp>
          <p:sp>
            <p:nvSpPr>
              <p:cNvPr id="255" name="Google Shape;1427;p56">
                <a:extLst>
                  <a:ext uri="{FF2B5EF4-FFF2-40B4-BE49-F238E27FC236}">
                    <a16:creationId xmlns:a16="http://schemas.microsoft.com/office/drawing/2014/main" id="{1342570F-56C8-487C-B7C7-E6B7133F1F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2705" y="2654458"/>
                <a:ext cx="1463532" cy="930800"/>
              </a:xfrm>
              <a:prstGeom prst="rect">
                <a:avLst/>
              </a:prstGeom>
            </p:spPr>
            <p:txBody>
              <a:bodyPr spcFirstLastPara="1" vert="horz" wrap="square" lIns="132058" tIns="132058" rIns="132058" bIns="132058" rtlCol="0" anchor="ctr" anchorCtr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 defTabSz="990570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r>
                  <a:rPr lang="en-US" sz="1083" b="1" dirty="0">
                    <a:solidFill>
                      <a:prstClr val="white"/>
                    </a:solidFill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Scaling:</a:t>
                </a:r>
                <a:r>
                  <a:rPr lang="en-US" sz="1300" b="1" dirty="0">
                    <a:solidFill>
                      <a:prstClr val="white"/>
                    </a:solidFill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975" dirty="0">
                    <a:solidFill>
                      <a:prstClr val="white"/>
                    </a:solidFill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Focus on KPI based measurable growth</a:t>
                </a:r>
              </a:p>
            </p:txBody>
          </p:sp>
        </p:grp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4E0730C4-D8F8-4532-A6B4-CD940A5D49B6}"/>
                </a:ext>
              </a:extLst>
            </p:cNvPr>
            <p:cNvGrpSpPr/>
            <p:nvPr/>
          </p:nvGrpSpPr>
          <p:grpSpPr>
            <a:xfrm>
              <a:off x="4413294" y="7749420"/>
              <a:ext cx="580203" cy="276999"/>
              <a:chOff x="4540910" y="7256515"/>
              <a:chExt cx="580203" cy="276999"/>
            </a:xfrm>
          </p:grpSpPr>
          <p:grpSp>
            <p:nvGrpSpPr>
              <p:cNvPr id="249" name="Group 248">
                <a:extLst>
                  <a:ext uri="{FF2B5EF4-FFF2-40B4-BE49-F238E27FC236}">
                    <a16:creationId xmlns:a16="http://schemas.microsoft.com/office/drawing/2014/main" id="{C6BC361F-DA94-41E2-B21E-74C1644444EA}"/>
                  </a:ext>
                </a:extLst>
              </p:cNvPr>
              <p:cNvGrpSpPr/>
              <p:nvPr/>
            </p:nvGrpSpPr>
            <p:grpSpPr>
              <a:xfrm>
                <a:off x="4540910" y="7364459"/>
                <a:ext cx="304800" cy="80163"/>
                <a:chOff x="4531924" y="5985099"/>
                <a:chExt cx="304800" cy="80163"/>
              </a:xfrm>
            </p:grpSpPr>
            <p:sp>
              <p:nvSpPr>
                <p:cNvPr id="252" name="Google Shape;1419;p56">
                  <a:extLst>
                    <a:ext uri="{FF2B5EF4-FFF2-40B4-BE49-F238E27FC236}">
                      <a16:creationId xmlns:a16="http://schemas.microsoft.com/office/drawing/2014/main" id="{C79A5819-EB0E-4C60-9FBD-B842AC395623}"/>
                    </a:ext>
                  </a:extLst>
                </p:cNvPr>
                <p:cNvSpPr/>
                <p:nvPr/>
              </p:nvSpPr>
              <p:spPr>
                <a:xfrm rot="16200000" flipH="1">
                  <a:off x="4521824" y="5995199"/>
                  <a:ext cx="80163" cy="59963"/>
                </a:xfrm>
                <a:prstGeom prst="rect">
                  <a:avLst/>
                </a:prstGeom>
                <a:solidFill>
                  <a:srgbClr val="775EF5"/>
                </a:solidFill>
                <a:ln w="19050" cap="flat" cmpd="sng">
                  <a:solidFill>
                    <a:srgbClr val="775EF5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57150" algn="bl" rotWithShape="0">
                    <a:srgbClr val="DFDEFF">
                      <a:alpha val="50000"/>
                    </a:srgbClr>
                  </a:outerShdw>
                </a:effectLst>
              </p:spPr>
              <p:txBody>
                <a:bodyPr spcFirstLastPara="1" wrap="square" lIns="132058" tIns="132058" rIns="132058" bIns="132058" anchor="ctr" anchorCtr="0">
                  <a:noAutofit/>
                </a:bodyPr>
                <a:lstStyle/>
                <a:p>
                  <a:pPr defTabSz="495285">
                    <a:defRPr/>
                  </a:pPr>
                  <a:endParaRPr sz="2600">
                    <a:solidFill>
                      <a:prstClr val="black"/>
                    </a:solidFill>
                    <a:latin typeface="Maiandra GD" panose="020E0502030308020204" pitchFamily="34" charset="0"/>
                  </a:endParaRPr>
                </a:p>
              </p:txBody>
            </p:sp>
            <p:cxnSp>
              <p:nvCxnSpPr>
                <p:cNvPr id="253" name="Google Shape;1418;p56">
                  <a:extLst>
                    <a:ext uri="{FF2B5EF4-FFF2-40B4-BE49-F238E27FC236}">
                      <a16:creationId xmlns:a16="http://schemas.microsoft.com/office/drawing/2014/main" id="{E9D2C71E-CD5E-4258-9092-55BB98AF4E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61433" y="6021847"/>
                  <a:ext cx="275291" cy="1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775EF5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7150" algn="bl" rotWithShape="0">
                    <a:srgbClr val="DFDEFF">
                      <a:alpha val="50000"/>
                    </a:srgbClr>
                  </a:outerShdw>
                </a:effectLst>
              </p:spPr>
            </p:cxnSp>
          </p:grpSp>
          <p:sp>
            <p:nvSpPr>
              <p:cNvPr id="250" name="Google Shape;1414;p56">
                <a:extLst>
                  <a:ext uri="{FF2B5EF4-FFF2-40B4-BE49-F238E27FC236}">
                    <a16:creationId xmlns:a16="http://schemas.microsoft.com/office/drawing/2014/main" id="{7043B8BF-7F2F-40BC-9B12-595F0D9096D7}"/>
                  </a:ext>
                </a:extLst>
              </p:cNvPr>
              <p:cNvSpPr/>
              <p:nvPr/>
            </p:nvSpPr>
            <p:spPr>
              <a:xfrm>
                <a:off x="4852733" y="7256515"/>
                <a:ext cx="268380" cy="276999"/>
              </a:xfrm>
              <a:prstGeom prst="rect">
                <a:avLst/>
              </a:prstGeom>
              <a:noFill/>
              <a:ln w="19050" cap="flat" cmpd="sng">
                <a:solidFill>
                  <a:srgbClr val="775EF5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algn="bl" rotWithShape="0">
                  <a:srgbClr val="DFDEFF">
                    <a:alpha val="50000"/>
                  </a:srgbClr>
                </a:outerShdw>
              </a:effectLst>
            </p:spPr>
            <p:txBody>
              <a:bodyPr spcFirstLastPara="1" wrap="square" lIns="132058" tIns="132058" rIns="132058" bIns="132058" anchor="ctr" anchorCtr="0">
                <a:noAutofit/>
              </a:bodyPr>
              <a:lstStyle/>
              <a:p>
                <a:pPr defTabSz="495285">
                  <a:defRPr/>
                </a:pPr>
                <a:endParaRPr sz="2600">
                  <a:solidFill>
                    <a:prstClr val="black"/>
                  </a:solidFill>
                  <a:latin typeface="Maiandra GD" panose="020E0502030308020204" pitchFamily="34" charset="0"/>
                </a:endParaRPr>
              </a:p>
            </p:txBody>
          </p:sp>
          <p:sp>
            <p:nvSpPr>
              <p:cNvPr id="251" name="Google Shape;1434;p56">
                <a:extLst>
                  <a:ext uri="{FF2B5EF4-FFF2-40B4-BE49-F238E27FC236}">
                    <a16:creationId xmlns:a16="http://schemas.microsoft.com/office/drawing/2014/main" id="{5E0A8E60-00BF-40C1-BAC5-283C6304973E}"/>
                  </a:ext>
                </a:extLst>
              </p:cNvPr>
              <p:cNvSpPr/>
              <p:nvPr/>
            </p:nvSpPr>
            <p:spPr>
              <a:xfrm>
                <a:off x="4861840" y="7284647"/>
                <a:ext cx="238726" cy="220733"/>
              </a:xfrm>
              <a:custGeom>
                <a:avLst/>
                <a:gdLst/>
                <a:ahLst/>
                <a:cxnLst/>
                <a:rect l="l" t="t" r="r" b="b"/>
                <a:pathLst>
                  <a:path w="200840" h="208768" extrusionOk="0">
                    <a:moveTo>
                      <a:pt x="107156" y="32033"/>
                    </a:moveTo>
                    <a:cubicBezTo>
                      <a:pt x="108917" y="32033"/>
                      <a:pt x="110516" y="32652"/>
                      <a:pt x="111658" y="33664"/>
                    </a:cubicBezTo>
                    <a:cubicBezTo>
                      <a:pt x="112669" y="34577"/>
                      <a:pt x="113321" y="35784"/>
                      <a:pt x="113321" y="37121"/>
                    </a:cubicBezTo>
                    <a:cubicBezTo>
                      <a:pt x="113321" y="38426"/>
                      <a:pt x="112669" y="39633"/>
                      <a:pt x="111658" y="40546"/>
                    </a:cubicBezTo>
                    <a:cubicBezTo>
                      <a:pt x="110516" y="41558"/>
                      <a:pt x="108917" y="42177"/>
                      <a:pt x="107156" y="42177"/>
                    </a:cubicBezTo>
                    <a:lnTo>
                      <a:pt x="91564" y="42177"/>
                    </a:lnTo>
                    <a:lnTo>
                      <a:pt x="91564" y="32033"/>
                    </a:lnTo>
                    <a:close/>
                    <a:moveTo>
                      <a:pt x="107156" y="48277"/>
                    </a:moveTo>
                    <a:cubicBezTo>
                      <a:pt x="108917" y="48277"/>
                      <a:pt x="110516" y="48930"/>
                      <a:pt x="111658" y="49908"/>
                    </a:cubicBezTo>
                    <a:cubicBezTo>
                      <a:pt x="112669" y="50822"/>
                      <a:pt x="113321" y="52061"/>
                      <a:pt x="113321" y="53366"/>
                    </a:cubicBezTo>
                    <a:cubicBezTo>
                      <a:pt x="113321" y="54671"/>
                      <a:pt x="112669" y="55910"/>
                      <a:pt x="111658" y="56824"/>
                    </a:cubicBezTo>
                    <a:cubicBezTo>
                      <a:pt x="110516" y="57802"/>
                      <a:pt x="108917" y="58422"/>
                      <a:pt x="107156" y="58422"/>
                    </a:cubicBezTo>
                    <a:lnTo>
                      <a:pt x="91564" y="58422"/>
                    </a:lnTo>
                    <a:lnTo>
                      <a:pt x="91564" y="48277"/>
                    </a:lnTo>
                    <a:close/>
                    <a:moveTo>
                      <a:pt x="95413" y="20061"/>
                    </a:moveTo>
                    <a:cubicBezTo>
                      <a:pt x="93749" y="20061"/>
                      <a:pt x="92347" y="21431"/>
                      <a:pt x="92347" y="23127"/>
                    </a:cubicBezTo>
                    <a:lnTo>
                      <a:pt x="92347" y="25933"/>
                    </a:lnTo>
                    <a:lnTo>
                      <a:pt x="82626" y="25933"/>
                    </a:lnTo>
                    <a:cubicBezTo>
                      <a:pt x="80930" y="25933"/>
                      <a:pt x="79560" y="27303"/>
                      <a:pt x="79560" y="28999"/>
                    </a:cubicBezTo>
                    <a:cubicBezTo>
                      <a:pt x="79560" y="30663"/>
                      <a:pt x="80930" y="32033"/>
                      <a:pt x="82626" y="32033"/>
                    </a:cubicBezTo>
                    <a:lnTo>
                      <a:pt x="85431" y="32033"/>
                    </a:lnTo>
                    <a:lnTo>
                      <a:pt x="85431" y="58422"/>
                    </a:lnTo>
                    <a:lnTo>
                      <a:pt x="82626" y="58422"/>
                    </a:lnTo>
                    <a:cubicBezTo>
                      <a:pt x="80930" y="58422"/>
                      <a:pt x="79560" y="59792"/>
                      <a:pt x="79560" y="61488"/>
                    </a:cubicBezTo>
                    <a:cubicBezTo>
                      <a:pt x="79560" y="63185"/>
                      <a:pt x="80930" y="64555"/>
                      <a:pt x="82626" y="64555"/>
                    </a:cubicBezTo>
                    <a:lnTo>
                      <a:pt x="92347" y="64555"/>
                    </a:lnTo>
                    <a:lnTo>
                      <a:pt x="92347" y="67360"/>
                    </a:lnTo>
                    <a:cubicBezTo>
                      <a:pt x="92347" y="69024"/>
                      <a:pt x="93749" y="70426"/>
                      <a:pt x="95413" y="70426"/>
                    </a:cubicBezTo>
                    <a:cubicBezTo>
                      <a:pt x="97109" y="70426"/>
                      <a:pt x="98479" y="69024"/>
                      <a:pt x="98479" y="67360"/>
                    </a:cubicBezTo>
                    <a:lnTo>
                      <a:pt x="98479" y="64555"/>
                    </a:lnTo>
                    <a:lnTo>
                      <a:pt x="104090" y="64555"/>
                    </a:lnTo>
                    <a:lnTo>
                      <a:pt x="104090" y="67360"/>
                    </a:lnTo>
                    <a:cubicBezTo>
                      <a:pt x="104090" y="69024"/>
                      <a:pt x="105460" y="70426"/>
                      <a:pt x="107156" y="70426"/>
                    </a:cubicBezTo>
                    <a:cubicBezTo>
                      <a:pt x="108820" y="70426"/>
                      <a:pt x="110190" y="69024"/>
                      <a:pt x="110190" y="67360"/>
                    </a:cubicBezTo>
                    <a:lnTo>
                      <a:pt x="110190" y="64196"/>
                    </a:lnTo>
                    <a:cubicBezTo>
                      <a:pt x="112310" y="63707"/>
                      <a:pt x="114169" y="62728"/>
                      <a:pt x="115670" y="61391"/>
                    </a:cubicBezTo>
                    <a:cubicBezTo>
                      <a:pt x="117986" y="59368"/>
                      <a:pt x="119454" y="56530"/>
                      <a:pt x="119454" y="53366"/>
                    </a:cubicBezTo>
                    <a:cubicBezTo>
                      <a:pt x="119454" y="50169"/>
                      <a:pt x="117986" y="47331"/>
                      <a:pt x="115572" y="45244"/>
                    </a:cubicBezTo>
                    <a:cubicBezTo>
                      <a:pt x="117986" y="43156"/>
                      <a:pt x="119454" y="40318"/>
                      <a:pt x="119454" y="37121"/>
                    </a:cubicBezTo>
                    <a:cubicBezTo>
                      <a:pt x="119454" y="33957"/>
                      <a:pt x="117986" y="31119"/>
                      <a:pt x="115670" y="29097"/>
                    </a:cubicBezTo>
                    <a:cubicBezTo>
                      <a:pt x="114169" y="27760"/>
                      <a:pt x="112310" y="26781"/>
                      <a:pt x="110190" y="26292"/>
                    </a:cubicBezTo>
                    <a:lnTo>
                      <a:pt x="110190" y="23127"/>
                    </a:lnTo>
                    <a:cubicBezTo>
                      <a:pt x="110190" y="21431"/>
                      <a:pt x="108820" y="20061"/>
                      <a:pt x="107156" y="20061"/>
                    </a:cubicBezTo>
                    <a:cubicBezTo>
                      <a:pt x="105460" y="20061"/>
                      <a:pt x="104090" y="21431"/>
                      <a:pt x="104090" y="23127"/>
                    </a:cubicBezTo>
                    <a:lnTo>
                      <a:pt x="104090" y="25933"/>
                    </a:lnTo>
                    <a:lnTo>
                      <a:pt x="98479" y="25933"/>
                    </a:lnTo>
                    <a:lnTo>
                      <a:pt x="98479" y="23127"/>
                    </a:lnTo>
                    <a:cubicBezTo>
                      <a:pt x="98479" y="21431"/>
                      <a:pt x="97109" y="20061"/>
                      <a:pt x="95413" y="20061"/>
                    </a:cubicBezTo>
                    <a:close/>
                    <a:moveTo>
                      <a:pt x="102622" y="6230"/>
                    </a:moveTo>
                    <a:cubicBezTo>
                      <a:pt x="111136" y="6883"/>
                      <a:pt x="118866" y="10275"/>
                      <a:pt x="124999" y="15494"/>
                    </a:cubicBezTo>
                    <a:lnTo>
                      <a:pt x="122683" y="17778"/>
                    </a:lnTo>
                    <a:cubicBezTo>
                      <a:pt x="121509" y="18985"/>
                      <a:pt x="121509" y="20909"/>
                      <a:pt x="122683" y="22116"/>
                    </a:cubicBezTo>
                    <a:cubicBezTo>
                      <a:pt x="123286" y="22703"/>
                      <a:pt x="124069" y="22997"/>
                      <a:pt x="124852" y="22997"/>
                    </a:cubicBezTo>
                    <a:cubicBezTo>
                      <a:pt x="125635" y="22997"/>
                      <a:pt x="126418" y="22703"/>
                      <a:pt x="127021" y="22116"/>
                    </a:cubicBezTo>
                    <a:lnTo>
                      <a:pt x="129305" y="19833"/>
                    </a:lnTo>
                    <a:cubicBezTo>
                      <a:pt x="134524" y="25933"/>
                      <a:pt x="137916" y="33696"/>
                      <a:pt x="138569" y="42177"/>
                    </a:cubicBezTo>
                    <a:lnTo>
                      <a:pt x="135339" y="42177"/>
                    </a:lnTo>
                    <a:cubicBezTo>
                      <a:pt x="133643" y="42177"/>
                      <a:pt x="132273" y="43548"/>
                      <a:pt x="132273" y="45244"/>
                    </a:cubicBezTo>
                    <a:cubicBezTo>
                      <a:pt x="132273" y="46940"/>
                      <a:pt x="133643" y="48277"/>
                      <a:pt x="135339" y="48277"/>
                    </a:cubicBezTo>
                    <a:lnTo>
                      <a:pt x="138569" y="48277"/>
                    </a:lnTo>
                    <a:cubicBezTo>
                      <a:pt x="137916" y="56791"/>
                      <a:pt x="134524" y="64555"/>
                      <a:pt x="129305" y="70655"/>
                    </a:cubicBezTo>
                    <a:lnTo>
                      <a:pt x="127021" y="68371"/>
                    </a:lnTo>
                    <a:cubicBezTo>
                      <a:pt x="126418" y="67768"/>
                      <a:pt x="125635" y="67466"/>
                      <a:pt x="124852" y="67466"/>
                    </a:cubicBezTo>
                    <a:cubicBezTo>
                      <a:pt x="124069" y="67466"/>
                      <a:pt x="123286" y="67768"/>
                      <a:pt x="122683" y="68371"/>
                    </a:cubicBezTo>
                    <a:cubicBezTo>
                      <a:pt x="121509" y="69578"/>
                      <a:pt x="121509" y="71503"/>
                      <a:pt x="122683" y="72677"/>
                    </a:cubicBezTo>
                    <a:lnTo>
                      <a:pt x="124999" y="74993"/>
                    </a:lnTo>
                    <a:cubicBezTo>
                      <a:pt x="118866" y="80212"/>
                      <a:pt x="111136" y="83572"/>
                      <a:pt x="102622" y="84224"/>
                    </a:cubicBezTo>
                    <a:lnTo>
                      <a:pt x="102622" y="81028"/>
                    </a:lnTo>
                    <a:cubicBezTo>
                      <a:pt x="102622" y="79332"/>
                      <a:pt x="101252" y="77961"/>
                      <a:pt x="99556" y="77961"/>
                    </a:cubicBezTo>
                    <a:cubicBezTo>
                      <a:pt x="97892" y="77961"/>
                      <a:pt x="96522" y="79332"/>
                      <a:pt x="96522" y="81028"/>
                    </a:cubicBezTo>
                    <a:lnTo>
                      <a:pt x="96522" y="84224"/>
                    </a:lnTo>
                    <a:cubicBezTo>
                      <a:pt x="88008" y="83572"/>
                      <a:pt x="80277" y="80212"/>
                      <a:pt x="74145" y="74993"/>
                    </a:cubicBezTo>
                    <a:lnTo>
                      <a:pt x="76428" y="72677"/>
                    </a:lnTo>
                    <a:cubicBezTo>
                      <a:pt x="77635" y="71503"/>
                      <a:pt x="77635" y="69578"/>
                      <a:pt x="76428" y="68371"/>
                    </a:cubicBezTo>
                    <a:cubicBezTo>
                      <a:pt x="75841" y="67768"/>
                      <a:pt x="75058" y="67466"/>
                      <a:pt x="74275" y="67466"/>
                    </a:cubicBezTo>
                    <a:cubicBezTo>
                      <a:pt x="73492" y="67466"/>
                      <a:pt x="72710" y="67768"/>
                      <a:pt x="72122" y="68371"/>
                    </a:cubicBezTo>
                    <a:lnTo>
                      <a:pt x="69839" y="70655"/>
                    </a:lnTo>
                    <a:cubicBezTo>
                      <a:pt x="64620" y="64555"/>
                      <a:pt x="61227" y="56791"/>
                      <a:pt x="60575" y="48277"/>
                    </a:cubicBezTo>
                    <a:lnTo>
                      <a:pt x="63804" y="48277"/>
                    </a:lnTo>
                    <a:cubicBezTo>
                      <a:pt x="65468" y="48277"/>
                      <a:pt x="66871" y="46940"/>
                      <a:pt x="66871" y="45244"/>
                    </a:cubicBezTo>
                    <a:cubicBezTo>
                      <a:pt x="66871" y="43548"/>
                      <a:pt x="65468" y="42177"/>
                      <a:pt x="63804" y="42177"/>
                    </a:cubicBezTo>
                    <a:lnTo>
                      <a:pt x="60575" y="42177"/>
                    </a:lnTo>
                    <a:cubicBezTo>
                      <a:pt x="61227" y="33696"/>
                      <a:pt x="64620" y="25933"/>
                      <a:pt x="69839" y="19833"/>
                    </a:cubicBezTo>
                    <a:lnTo>
                      <a:pt x="72122" y="22116"/>
                    </a:lnTo>
                    <a:cubicBezTo>
                      <a:pt x="72710" y="22703"/>
                      <a:pt x="73492" y="22997"/>
                      <a:pt x="74275" y="22997"/>
                    </a:cubicBezTo>
                    <a:cubicBezTo>
                      <a:pt x="75058" y="22997"/>
                      <a:pt x="75841" y="22703"/>
                      <a:pt x="76428" y="22116"/>
                    </a:cubicBezTo>
                    <a:cubicBezTo>
                      <a:pt x="77635" y="20909"/>
                      <a:pt x="77635" y="18985"/>
                      <a:pt x="76428" y="17778"/>
                    </a:cubicBezTo>
                    <a:lnTo>
                      <a:pt x="74145" y="15494"/>
                    </a:lnTo>
                    <a:cubicBezTo>
                      <a:pt x="80277" y="10275"/>
                      <a:pt x="88008" y="6883"/>
                      <a:pt x="96522" y="6230"/>
                    </a:cubicBezTo>
                    <a:lnTo>
                      <a:pt x="96522" y="9460"/>
                    </a:lnTo>
                    <a:cubicBezTo>
                      <a:pt x="96522" y="11156"/>
                      <a:pt x="97892" y="12526"/>
                      <a:pt x="99556" y="12526"/>
                    </a:cubicBezTo>
                    <a:cubicBezTo>
                      <a:pt x="101252" y="12526"/>
                      <a:pt x="102622" y="11156"/>
                      <a:pt x="102622" y="9460"/>
                    </a:cubicBezTo>
                    <a:lnTo>
                      <a:pt x="102622" y="6230"/>
                    </a:lnTo>
                    <a:close/>
                    <a:moveTo>
                      <a:pt x="153443" y="82920"/>
                    </a:moveTo>
                    <a:cubicBezTo>
                      <a:pt x="154259" y="84159"/>
                      <a:pt x="155205" y="85334"/>
                      <a:pt x="156281" y="86377"/>
                    </a:cubicBezTo>
                    <a:cubicBezTo>
                      <a:pt x="157325" y="87454"/>
                      <a:pt x="158499" y="88400"/>
                      <a:pt x="159739" y="89215"/>
                    </a:cubicBezTo>
                    <a:cubicBezTo>
                      <a:pt x="158499" y="90031"/>
                      <a:pt x="157325" y="91009"/>
                      <a:pt x="156281" y="92053"/>
                    </a:cubicBezTo>
                    <a:cubicBezTo>
                      <a:pt x="155205" y="93130"/>
                      <a:pt x="154259" y="94304"/>
                      <a:pt x="153443" y="95544"/>
                    </a:cubicBezTo>
                    <a:cubicBezTo>
                      <a:pt x="152628" y="94304"/>
                      <a:pt x="151649" y="93130"/>
                      <a:pt x="150605" y="92053"/>
                    </a:cubicBezTo>
                    <a:cubicBezTo>
                      <a:pt x="149562" y="91009"/>
                      <a:pt x="148387" y="90031"/>
                      <a:pt x="147115" y="89215"/>
                    </a:cubicBezTo>
                    <a:cubicBezTo>
                      <a:pt x="148387" y="88400"/>
                      <a:pt x="149562" y="87454"/>
                      <a:pt x="150605" y="86377"/>
                    </a:cubicBezTo>
                    <a:cubicBezTo>
                      <a:pt x="151649" y="85334"/>
                      <a:pt x="152628" y="84159"/>
                      <a:pt x="153443" y="82920"/>
                    </a:cubicBezTo>
                    <a:close/>
                    <a:moveTo>
                      <a:pt x="153443" y="70263"/>
                    </a:moveTo>
                    <a:cubicBezTo>
                      <a:pt x="151747" y="70263"/>
                      <a:pt x="150377" y="71633"/>
                      <a:pt x="150377" y="73329"/>
                    </a:cubicBezTo>
                    <a:cubicBezTo>
                      <a:pt x="150377" y="76428"/>
                      <a:pt x="148746" y="79625"/>
                      <a:pt x="146300" y="82072"/>
                    </a:cubicBezTo>
                    <a:cubicBezTo>
                      <a:pt x="143821" y="84518"/>
                      <a:pt x="140624" y="86182"/>
                      <a:pt x="137525" y="86182"/>
                    </a:cubicBezTo>
                    <a:cubicBezTo>
                      <a:pt x="135829" y="86182"/>
                      <a:pt x="134491" y="87519"/>
                      <a:pt x="134491" y="89215"/>
                    </a:cubicBezTo>
                    <a:cubicBezTo>
                      <a:pt x="134491" y="90912"/>
                      <a:pt x="135829" y="92282"/>
                      <a:pt x="137525" y="92282"/>
                    </a:cubicBezTo>
                    <a:cubicBezTo>
                      <a:pt x="140624" y="92282"/>
                      <a:pt x="143821" y="93913"/>
                      <a:pt x="146300" y="96392"/>
                    </a:cubicBezTo>
                    <a:cubicBezTo>
                      <a:pt x="148746" y="98838"/>
                      <a:pt x="150377" y="102035"/>
                      <a:pt x="150377" y="105134"/>
                    </a:cubicBezTo>
                    <a:cubicBezTo>
                      <a:pt x="150377" y="106830"/>
                      <a:pt x="151747" y="108200"/>
                      <a:pt x="153443" y="108200"/>
                    </a:cubicBezTo>
                    <a:cubicBezTo>
                      <a:pt x="155140" y="108200"/>
                      <a:pt x="156510" y="106830"/>
                      <a:pt x="156510" y="105134"/>
                    </a:cubicBezTo>
                    <a:cubicBezTo>
                      <a:pt x="156510" y="102035"/>
                      <a:pt x="158141" y="98838"/>
                      <a:pt x="160587" y="96392"/>
                    </a:cubicBezTo>
                    <a:cubicBezTo>
                      <a:pt x="163034" y="93913"/>
                      <a:pt x="166263" y="92282"/>
                      <a:pt x="169362" y="92282"/>
                    </a:cubicBezTo>
                    <a:cubicBezTo>
                      <a:pt x="171058" y="92282"/>
                      <a:pt x="172395" y="90912"/>
                      <a:pt x="172395" y="89215"/>
                    </a:cubicBezTo>
                    <a:cubicBezTo>
                      <a:pt x="172395" y="87519"/>
                      <a:pt x="171058" y="86182"/>
                      <a:pt x="169362" y="86182"/>
                    </a:cubicBezTo>
                    <a:cubicBezTo>
                      <a:pt x="166263" y="86182"/>
                      <a:pt x="163034" y="84518"/>
                      <a:pt x="160587" y="82072"/>
                    </a:cubicBezTo>
                    <a:cubicBezTo>
                      <a:pt x="158141" y="79625"/>
                      <a:pt x="156510" y="76428"/>
                      <a:pt x="156510" y="73329"/>
                    </a:cubicBezTo>
                    <a:cubicBezTo>
                      <a:pt x="156510" y="71633"/>
                      <a:pt x="155140" y="70263"/>
                      <a:pt x="153443" y="70263"/>
                    </a:cubicBezTo>
                    <a:close/>
                    <a:moveTo>
                      <a:pt x="28640" y="92967"/>
                    </a:moveTo>
                    <a:cubicBezTo>
                      <a:pt x="30173" y="95870"/>
                      <a:pt x="32163" y="98577"/>
                      <a:pt x="34512" y="100926"/>
                    </a:cubicBezTo>
                    <a:cubicBezTo>
                      <a:pt x="36860" y="103274"/>
                      <a:pt x="39568" y="105297"/>
                      <a:pt x="42471" y="106797"/>
                    </a:cubicBezTo>
                    <a:cubicBezTo>
                      <a:pt x="39568" y="108298"/>
                      <a:pt x="36860" y="110320"/>
                      <a:pt x="34512" y="112669"/>
                    </a:cubicBezTo>
                    <a:cubicBezTo>
                      <a:pt x="32163" y="115018"/>
                      <a:pt x="30173" y="117725"/>
                      <a:pt x="28640" y="120628"/>
                    </a:cubicBezTo>
                    <a:cubicBezTo>
                      <a:pt x="27140" y="117725"/>
                      <a:pt x="25117" y="115018"/>
                      <a:pt x="22769" y="112669"/>
                    </a:cubicBezTo>
                    <a:cubicBezTo>
                      <a:pt x="20420" y="110320"/>
                      <a:pt x="17713" y="108298"/>
                      <a:pt x="14809" y="106797"/>
                    </a:cubicBezTo>
                    <a:cubicBezTo>
                      <a:pt x="17713" y="105297"/>
                      <a:pt x="20420" y="103274"/>
                      <a:pt x="22769" y="100926"/>
                    </a:cubicBezTo>
                    <a:cubicBezTo>
                      <a:pt x="25117" y="98577"/>
                      <a:pt x="27140" y="95870"/>
                      <a:pt x="28640" y="92967"/>
                    </a:cubicBezTo>
                    <a:close/>
                    <a:moveTo>
                      <a:pt x="181855" y="122716"/>
                    </a:moveTo>
                    <a:cubicBezTo>
                      <a:pt x="182671" y="123988"/>
                      <a:pt x="183617" y="125130"/>
                      <a:pt x="184693" y="126206"/>
                    </a:cubicBezTo>
                    <a:cubicBezTo>
                      <a:pt x="185737" y="127283"/>
                      <a:pt x="186944" y="128229"/>
                      <a:pt x="188183" y="129044"/>
                    </a:cubicBezTo>
                    <a:cubicBezTo>
                      <a:pt x="186944" y="129860"/>
                      <a:pt x="185737" y="130806"/>
                      <a:pt x="184693" y="131882"/>
                    </a:cubicBezTo>
                    <a:cubicBezTo>
                      <a:pt x="183617" y="132926"/>
                      <a:pt x="182671" y="134100"/>
                      <a:pt x="181855" y="135372"/>
                    </a:cubicBezTo>
                    <a:cubicBezTo>
                      <a:pt x="181040" y="134100"/>
                      <a:pt x="180094" y="132926"/>
                      <a:pt x="179017" y="131882"/>
                    </a:cubicBezTo>
                    <a:cubicBezTo>
                      <a:pt x="177973" y="130806"/>
                      <a:pt x="176799" y="129860"/>
                      <a:pt x="175560" y="129044"/>
                    </a:cubicBezTo>
                    <a:cubicBezTo>
                      <a:pt x="176799" y="128229"/>
                      <a:pt x="177973" y="127283"/>
                      <a:pt x="179017" y="126206"/>
                    </a:cubicBezTo>
                    <a:cubicBezTo>
                      <a:pt x="180094" y="125130"/>
                      <a:pt x="181040" y="123988"/>
                      <a:pt x="181855" y="122716"/>
                    </a:cubicBezTo>
                    <a:close/>
                    <a:moveTo>
                      <a:pt x="28640" y="78157"/>
                    </a:moveTo>
                    <a:cubicBezTo>
                      <a:pt x="26944" y="78157"/>
                      <a:pt x="25574" y="79527"/>
                      <a:pt x="25574" y="81223"/>
                    </a:cubicBezTo>
                    <a:cubicBezTo>
                      <a:pt x="25574" y="86704"/>
                      <a:pt x="22703" y="92314"/>
                      <a:pt x="18463" y="96620"/>
                    </a:cubicBezTo>
                    <a:cubicBezTo>
                      <a:pt x="14190" y="100861"/>
                      <a:pt x="8546" y="103731"/>
                      <a:pt x="3066" y="103731"/>
                    </a:cubicBezTo>
                    <a:cubicBezTo>
                      <a:pt x="1370" y="103731"/>
                      <a:pt x="0" y="105101"/>
                      <a:pt x="0" y="106797"/>
                    </a:cubicBezTo>
                    <a:cubicBezTo>
                      <a:pt x="0" y="108494"/>
                      <a:pt x="1370" y="109864"/>
                      <a:pt x="3066" y="109864"/>
                    </a:cubicBezTo>
                    <a:cubicBezTo>
                      <a:pt x="8546" y="109864"/>
                      <a:pt x="14190" y="112702"/>
                      <a:pt x="18463" y="117007"/>
                    </a:cubicBezTo>
                    <a:cubicBezTo>
                      <a:pt x="22703" y="121248"/>
                      <a:pt x="25574" y="126891"/>
                      <a:pt x="25574" y="132404"/>
                    </a:cubicBezTo>
                    <a:cubicBezTo>
                      <a:pt x="25574" y="134068"/>
                      <a:pt x="26944" y="135438"/>
                      <a:pt x="28640" y="135438"/>
                    </a:cubicBezTo>
                    <a:cubicBezTo>
                      <a:pt x="30336" y="135438"/>
                      <a:pt x="31706" y="134068"/>
                      <a:pt x="31706" y="132404"/>
                    </a:cubicBezTo>
                    <a:cubicBezTo>
                      <a:pt x="31706" y="126891"/>
                      <a:pt x="34577" y="121248"/>
                      <a:pt x="38850" y="117007"/>
                    </a:cubicBezTo>
                    <a:cubicBezTo>
                      <a:pt x="43123" y="112702"/>
                      <a:pt x="48734" y="109864"/>
                      <a:pt x="54214" y="109864"/>
                    </a:cubicBezTo>
                    <a:cubicBezTo>
                      <a:pt x="55943" y="109864"/>
                      <a:pt x="57280" y="108494"/>
                      <a:pt x="57280" y="106797"/>
                    </a:cubicBezTo>
                    <a:cubicBezTo>
                      <a:pt x="57280" y="105101"/>
                      <a:pt x="55943" y="103731"/>
                      <a:pt x="54214" y="103731"/>
                    </a:cubicBezTo>
                    <a:cubicBezTo>
                      <a:pt x="48734" y="103731"/>
                      <a:pt x="43123" y="100861"/>
                      <a:pt x="38850" y="96620"/>
                    </a:cubicBezTo>
                    <a:cubicBezTo>
                      <a:pt x="34577" y="92314"/>
                      <a:pt x="31706" y="86704"/>
                      <a:pt x="31706" y="81223"/>
                    </a:cubicBezTo>
                    <a:cubicBezTo>
                      <a:pt x="31706" y="79527"/>
                      <a:pt x="30336" y="78157"/>
                      <a:pt x="28640" y="78157"/>
                    </a:cubicBezTo>
                    <a:close/>
                    <a:moveTo>
                      <a:pt x="181855" y="110059"/>
                    </a:moveTo>
                    <a:cubicBezTo>
                      <a:pt x="180159" y="110059"/>
                      <a:pt x="178789" y="111429"/>
                      <a:pt x="178789" y="113126"/>
                    </a:cubicBezTo>
                    <a:cubicBezTo>
                      <a:pt x="178789" y="116225"/>
                      <a:pt x="177158" y="119421"/>
                      <a:pt x="174711" y="121868"/>
                    </a:cubicBezTo>
                    <a:cubicBezTo>
                      <a:pt x="172265" y="124347"/>
                      <a:pt x="169036" y="125978"/>
                      <a:pt x="165937" y="125978"/>
                    </a:cubicBezTo>
                    <a:cubicBezTo>
                      <a:pt x="164273" y="125978"/>
                      <a:pt x="162871" y="127348"/>
                      <a:pt x="162871" y="129044"/>
                    </a:cubicBezTo>
                    <a:cubicBezTo>
                      <a:pt x="162871" y="130740"/>
                      <a:pt x="164273" y="132110"/>
                      <a:pt x="165937" y="132110"/>
                    </a:cubicBezTo>
                    <a:cubicBezTo>
                      <a:pt x="169036" y="132110"/>
                      <a:pt x="172265" y="133741"/>
                      <a:pt x="174711" y="136188"/>
                    </a:cubicBezTo>
                    <a:cubicBezTo>
                      <a:pt x="177158" y="138667"/>
                      <a:pt x="178789" y="141831"/>
                      <a:pt x="178789" y="144963"/>
                    </a:cubicBezTo>
                    <a:cubicBezTo>
                      <a:pt x="178789" y="146626"/>
                      <a:pt x="180159" y="148029"/>
                      <a:pt x="181855" y="148029"/>
                    </a:cubicBezTo>
                    <a:cubicBezTo>
                      <a:pt x="183551" y="148029"/>
                      <a:pt x="184921" y="146626"/>
                      <a:pt x="184921" y="144963"/>
                    </a:cubicBezTo>
                    <a:cubicBezTo>
                      <a:pt x="184921" y="141831"/>
                      <a:pt x="186552" y="138667"/>
                      <a:pt x="189032" y="136188"/>
                    </a:cubicBezTo>
                    <a:cubicBezTo>
                      <a:pt x="191478" y="133741"/>
                      <a:pt x="194675" y="132110"/>
                      <a:pt x="197774" y="132110"/>
                    </a:cubicBezTo>
                    <a:cubicBezTo>
                      <a:pt x="199470" y="132110"/>
                      <a:pt x="200840" y="130740"/>
                      <a:pt x="200840" y="129044"/>
                    </a:cubicBezTo>
                    <a:cubicBezTo>
                      <a:pt x="200840" y="127348"/>
                      <a:pt x="199470" y="125978"/>
                      <a:pt x="197774" y="125978"/>
                    </a:cubicBezTo>
                    <a:cubicBezTo>
                      <a:pt x="194675" y="125978"/>
                      <a:pt x="191478" y="124347"/>
                      <a:pt x="189032" y="121868"/>
                    </a:cubicBezTo>
                    <a:cubicBezTo>
                      <a:pt x="186552" y="119421"/>
                      <a:pt x="184921" y="116225"/>
                      <a:pt x="184921" y="113126"/>
                    </a:cubicBezTo>
                    <a:cubicBezTo>
                      <a:pt x="184921" y="111429"/>
                      <a:pt x="183551" y="110059"/>
                      <a:pt x="181855" y="110059"/>
                    </a:cubicBezTo>
                    <a:close/>
                    <a:moveTo>
                      <a:pt x="107939" y="129892"/>
                    </a:moveTo>
                    <a:cubicBezTo>
                      <a:pt x="107123" y="131328"/>
                      <a:pt x="106471" y="132861"/>
                      <a:pt x="105851" y="134394"/>
                    </a:cubicBezTo>
                    <a:lnTo>
                      <a:pt x="99556" y="150410"/>
                    </a:lnTo>
                    <a:lnTo>
                      <a:pt x="93293" y="134394"/>
                    </a:lnTo>
                    <a:cubicBezTo>
                      <a:pt x="92673" y="132861"/>
                      <a:pt x="92020" y="131328"/>
                      <a:pt x="91205" y="129892"/>
                    </a:cubicBezTo>
                    <a:close/>
                    <a:moveTo>
                      <a:pt x="81778" y="129892"/>
                    </a:moveTo>
                    <a:cubicBezTo>
                      <a:pt x="83115" y="129892"/>
                      <a:pt x="84126" y="130545"/>
                      <a:pt x="84909" y="131491"/>
                    </a:cubicBezTo>
                    <a:cubicBezTo>
                      <a:pt x="85986" y="132763"/>
                      <a:pt x="86834" y="134655"/>
                      <a:pt x="87617" y="136645"/>
                    </a:cubicBezTo>
                    <a:lnTo>
                      <a:pt x="96294" y="158728"/>
                    </a:lnTo>
                    <a:cubicBezTo>
                      <a:pt x="96652" y="159707"/>
                      <a:pt x="96587" y="160783"/>
                      <a:pt x="95967" y="161664"/>
                    </a:cubicBezTo>
                    <a:cubicBezTo>
                      <a:pt x="95543" y="162219"/>
                      <a:pt x="94989" y="162643"/>
                      <a:pt x="94271" y="162936"/>
                    </a:cubicBezTo>
                    <a:cubicBezTo>
                      <a:pt x="93782" y="163099"/>
                      <a:pt x="93227" y="163230"/>
                      <a:pt x="92608" y="163230"/>
                    </a:cubicBezTo>
                    <a:lnTo>
                      <a:pt x="44526" y="163230"/>
                    </a:lnTo>
                    <a:cubicBezTo>
                      <a:pt x="43906" y="163230"/>
                      <a:pt x="43352" y="163099"/>
                      <a:pt x="42830" y="162936"/>
                    </a:cubicBezTo>
                    <a:cubicBezTo>
                      <a:pt x="42145" y="162643"/>
                      <a:pt x="41558" y="162219"/>
                      <a:pt x="41166" y="161664"/>
                    </a:cubicBezTo>
                    <a:cubicBezTo>
                      <a:pt x="40807" y="161175"/>
                      <a:pt x="40612" y="160588"/>
                      <a:pt x="40612" y="159968"/>
                    </a:cubicBezTo>
                    <a:cubicBezTo>
                      <a:pt x="40612" y="159544"/>
                      <a:pt x="40677" y="159152"/>
                      <a:pt x="40840" y="158728"/>
                    </a:cubicBezTo>
                    <a:lnTo>
                      <a:pt x="49517" y="136645"/>
                    </a:lnTo>
                    <a:cubicBezTo>
                      <a:pt x="50300" y="134655"/>
                      <a:pt x="51148" y="132763"/>
                      <a:pt x="52224" y="131491"/>
                    </a:cubicBezTo>
                    <a:cubicBezTo>
                      <a:pt x="53007" y="130545"/>
                      <a:pt x="54018" y="129892"/>
                      <a:pt x="55356" y="129892"/>
                    </a:cubicBezTo>
                    <a:close/>
                    <a:moveTo>
                      <a:pt x="143788" y="129892"/>
                    </a:moveTo>
                    <a:cubicBezTo>
                      <a:pt x="145125" y="129892"/>
                      <a:pt x="146104" y="130545"/>
                      <a:pt x="146919" y="131491"/>
                    </a:cubicBezTo>
                    <a:cubicBezTo>
                      <a:pt x="147996" y="132763"/>
                      <a:pt x="148844" y="134655"/>
                      <a:pt x="149627" y="136645"/>
                    </a:cubicBezTo>
                    <a:lnTo>
                      <a:pt x="158271" y="158728"/>
                    </a:lnTo>
                    <a:cubicBezTo>
                      <a:pt x="158434" y="159152"/>
                      <a:pt x="158532" y="159544"/>
                      <a:pt x="158532" y="159968"/>
                    </a:cubicBezTo>
                    <a:cubicBezTo>
                      <a:pt x="158532" y="160588"/>
                      <a:pt x="158304" y="161175"/>
                      <a:pt x="157978" y="161664"/>
                    </a:cubicBezTo>
                    <a:cubicBezTo>
                      <a:pt x="157586" y="162219"/>
                      <a:pt x="156999" y="162643"/>
                      <a:pt x="156281" y="162936"/>
                    </a:cubicBezTo>
                    <a:cubicBezTo>
                      <a:pt x="155792" y="163099"/>
                      <a:pt x="155237" y="163230"/>
                      <a:pt x="154618" y="163230"/>
                    </a:cubicBezTo>
                    <a:lnTo>
                      <a:pt x="106536" y="163230"/>
                    </a:lnTo>
                    <a:cubicBezTo>
                      <a:pt x="105916" y="163230"/>
                      <a:pt x="105362" y="163099"/>
                      <a:pt x="104840" y="162936"/>
                    </a:cubicBezTo>
                    <a:cubicBezTo>
                      <a:pt x="104155" y="162643"/>
                      <a:pt x="103568" y="162219"/>
                      <a:pt x="103176" y="161664"/>
                    </a:cubicBezTo>
                    <a:cubicBezTo>
                      <a:pt x="102524" y="160783"/>
                      <a:pt x="102491" y="159707"/>
                      <a:pt x="102850" y="158728"/>
                    </a:cubicBezTo>
                    <a:lnTo>
                      <a:pt x="111527" y="136645"/>
                    </a:lnTo>
                    <a:cubicBezTo>
                      <a:pt x="112310" y="134655"/>
                      <a:pt x="113158" y="132763"/>
                      <a:pt x="114234" y="131491"/>
                    </a:cubicBezTo>
                    <a:cubicBezTo>
                      <a:pt x="115017" y="130545"/>
                      <a:pt x="116029" y="129892"/>
                      <a:pt x="117366" y="129892"/>
                    </a:cubicBezTo>
                    <a:close/>
                    <a:moveTo>
                      <a:pt x="76917" y="169330"/>
                    </a:moveTo>
                    <a:cubicBezTo>
                      <a:pt x="76135" y="170765"/>
                      <a:pt x="75450" y="172298"/>
                      <a:pt x="74862" y="173831"/>
                    </a:cubicBezTo>
                    <a:lnTo>
                      <a:pt x="68567" y="189848"/>
                    </a:lnTo>
                    <a:lnTo>
                      <a:pt x="62271" y="173831"/>
                    </a:lnTo>
                    <a:cubicBezTo>
                      <a:pt x="61684" y="172298"/>
                      <a:pt x="60999" y="170765"/>
                      <a:pt x="60216" y="169330"/>
                    </a:cubicBezTo>
                    <a:close/>
                    <a:moveTo>
                      <a:pt x="138928" y="169330"/>
                    </a:moveTo>
                    <a:cubicBezTo>
                      <a:pt x="138112" y="170765"/>
                      <a:pt x="137460" y="172298"/>
                      <a:pt x="136840" y="173831"/>
                    </a:cubicBezTo>
                    <a:lnTo>
                      <a:pt x="130577" y="189848"/>
                    </a:lnTo>
                    <a:lnTo>
                      <a:pt x="124281" y="173831"/>
                    </a:lnTo>
                    <a:cubicBezTo>
                      <a:pt x="123694" y="172298"/>
                      <a:pt x="123009" y="170765"/>
                      <a:pt x="122226" y="169330"/>
                    </a:cubicBezTo>
                    <a:close/>
                    <a:moveTo>
                      <a:pt x="112767" y="169330"/>
                    </a:moveTo>
                    <a:cubicBezTo>
                      <a:pt x="114137" y="169330"/>
                      <a:pt x="115115" y="169949"/>
                      <a:pt x="115898" y="170928"/>
                    </a:cubicBezTo>
                    <a:cubicBezTo>
                      <a:pt x="117007" y="172200"/>
                      <a:pt x="117855" y="174092"/>
                      <a:pt x="118606" y="176049"/>
                    </a:cubicBezTo>
                    <a:lnTo>
                      <a:pt x="127282" y="198166"/>
                    </a:lnTo>
                    <a:cubicBezTo>
                      <a:pt x="127641" y="199144"/>
                      <a:pt x="127609" y="200221"/>
                      <a:pt x="126956" y="201101"/>
                    </a:cubicBezTo>
                    <a:cubicBezTo>
                      <a:pt x="126565" y="201623"/>
                      <a:pt x="126010" y="202080"/>
                      <a:pt x="125293" y="202341"/>
                    </a:cubicBezTo>
                    <a:cubicBezTo>
                      <a:pt x="124803" y="202537"/>
                      <a:pt x="124216" y="202667"/>
                      <a:pt x="123629" y="202667"/>
                    </a:cubicBezTo>
                    <a:lnTo>
                      <a:pt x="75515" y="202667"/>
                    </a:lnTo>
                    <a:cubicBezTo>
                      <a:pt x="74895" y="202667"/>
                      <a:pt x="74341" y="202537"/>
                      <a:pt x="73851" y="202341"/>
                    </a:cubicBezTo>
                    <a:cubicBezTo>
                      <a:pt x="73134" y="202080"/>
                      <a:pt x="72579" y="201623"/>
                      <a:pt x="72188" y="201101"/>
                    </a:cubicBezTo>
                    <a:cubicBezTo>
                      <a:pt x="71535" y="200221"/>
                      <a:pt x="71470" y="199144"/>
                      <a:pt x="71861" y="198166"/>
                    </a:cubicBezTo>
                    <a:lnTo>
                      <a:pt x="80538" y="176049"/>
                    </a:lnTo>
                    <a:cubicBezTo>
                      <a:pt x="81289" y="174092"/>
                      <a:pt x="82137" y="172200"/>
                      <a:pt x="83213" y="170928"/>
                    </a:cubicBezTo>
                    <a:cubicBezTo>
                      <a:pt x="84029" y="169949"/>
                      <a:pt x="85007" y="169330"/>
                      <a:pt x="86345" y="169330"/>
                    </a:cubicBezTo>
                    <a:close/>
                    <a:moveTo>
                      <a:pt x="174777" y="169330"/>
                    </a:moveTo>
                    <a:cubicBezTo>
                      <a:pt x="176147" y="169330"/>
                      <a:pt x="177125" y="169949"/>
                      <a:pt x="177908" y="170928"/>
                    </a:cubicBezTo>
                    <a:cubicBezTo>
                      <a:pt x="178985" y="172200"/>
                      <a:pt x="179833" y="174092"/>
                      <a:pt x="180616" y="176049"/>
                    </a:cubicBezTo>
                    <a:lnTo>
                      <a:pt x="189293" y="198166"/>
                    </a:lnTo>
                    <a:cubicBezTo>
                      <a:pt x="189456" y="198557"/>
                      <a:pt x="189521" y="198981"/>
                      <a:pt x="189521" y="199373"/>
                    </a:cubicBezTo>
                    <a:cubicBezTo>
                      <a:pt x="189521" y="200025"/>
                      <a:pt x="189325" y="200612"/>
                      <a:pt x="188966" y="201101"/>
                    </a:cubicBezTo>
                    <a:cubicBezTo>
                      <a:pt x="188575" y="201623"/>
                      <a:pt x="187988" y="202080"/>
                      <a:pt x="187303" y="202341"/>
                    </a:cubicBezTo>
                    <a:cubicBezTo>
                      <a:pt x="186813" y="202537"/>
                      <a:pt x="186226" y="202667"/>
                      <a:pt x="185606" y="202667"/>
                    </a:cubicBezTo>
                    <a:lnTo>
                      <a:pt x="137525" y="202667"/>
                    </a:lnTo>
                    <a:cubicBezTo>
                      <a:pt x="136905" y="202667"/>
                      <a:pt x="136351" y="202537"/>
                      <a:pt x="135861" y="202341"/>
                    </a:cubicBezTo>
                    <a:cubicBezTo>
                      <a:pt x="135144" y="202080"/>
                      <a:pt x="134589" y="201623"/>
                      <a:pt x="134198" y="201101"/>
                    </a:cubicBezTo>
                    <a:cubicBezTo>
                      <a:pt x="133545" y="200221"/>
                      <a:pt x="133480" y="199144"/>
                      <a:pt x="133872" y="198166"/>
                    </a:cubicBezTo>
                    <a:lnTo>
                      <a:pt x="142516" y="176049"/>
                    </a:lnTo>
                    <a:cubicBezTo>
                      <a:pt x="143299" y="174092"/>
                      <a:pt x="144147" y="172200"/>
                      <a:pt x="145223" y="170928"/>
                    </a:cubicBezTo>
                    <a:cubicBezTo>
                      <a:pt x="146039" y="169949"/>
                      <a:pt x="147017" y="169330"/>
                      <a:pt x="148355" y="169330"/>
                    </a:cubicBezTo>
                    <a:close/>
                    <a:moveTo>
                      <a:pt x="99556" y="0"/>
                    </a:moveTo>
                    <a:cubicBezTo>
                      <a:pt x="87062" y="0"/>
                      <a:pt x="75776" y="5056"/>
                      <a:pt x="67588" y="13244"/>
                    </a:cubicBezTo>
                    <a:cubicBezTo>
                      <a:pt x="64359" y="16473"/>
                      <a:pt x="61586" y="20192"/>
                      <a:pt x="59466" y="24269"/>
                    </a:cubicBezTo>
                    <a:cubicBezTo>
                      <a:pt x="52942" y="36730"/>
                      <a:pt x="52616" y="51670"/>
                      <a:pt x="58585" y="64359"/>
                    </a:cubicBezTo>
                    <a:cubicBezTo>
                      <a:pt x="63054" y="73982"/>
                      <a:pt x="70850" y="81778"/>
                      <a:pt x="80473" y="86247"/>
                    </a:cubicBezTo>
                    <a:cubicBezTo>
                      <a:pt x="79788" y="86801"/>
                      <a:pt x="79136" y="87421"/>
                      <a:pt x="78548" y="88139"/>
                    </a:cubicBezTo>
                    <a:cubicBezTo>
                      <a:pt x="76917" y="90063"/>
                      <a:pt x="75808" y="92510"/>
                      <a:pt x="74862" y="94989"/>
                    </a:cubicBezTo>
                    <a:lnTo>
                      <a:pt x="74047" y="97044"/>
                    </a:lnTo>
                    <a:cubicBezTo>
                      <a:pt x="73427" y="98610"/>
                      <a:pt x="74210" y="100371"/>
                      <a:pt x="75776" y="100991"/>
                    </a:cubicBezTo>
                    <a:cubicBezTo>
                      <a:pt x="76140" y="101135"/>
                      <a:pt x="76516" y="101204"/>
                      <a:pt x="76885" y="101204"/>
                    </a:cubicBezTo>
                    <a:cubicBezTo>
                      <a:pt x="78100" y="101204"/>
                      <a:pt x="79247" y="100463"/>
                      <a:pt x="79723" y="99262"/>
                    </a:cubicBezTo>
                    <a:lnTo>
                      <a:pt x="80538" y="97207"/>
                    </a:lnTo>
                    <a:cubicBezTo>
                      <a:pt x="81289" y="95217"/>
                      <a:pt x="82137" y="93325"/>
                      <a:pt x="83213" y="92053"/>
                    </a:cubicBezTo>
                    <a:cubicBezTo>
                      <a:pt x="84029" y="91107"/>
                      <a:pt x="85007" y="90488"/>
                      <a:pt x="86345" y="90488"/>
                    </a:cubicBezTo>
                    <a:lnTo>
                      <a:pt x="112767" y="90488"/>
                    </a:lnTo>
                    <a:cubicBezTo>
                      <a:pt x="114137" y="90488"/>
                      <a:pt x="115115" y="91107"/>
                      <a:pt x="115931" y="92053"/>
                    </a:cubicBezTo>
                    <a:cubicBezTo>
                      <a:pt x="117007" y="93325"/>
                      <a:pt x="117855" y="95217"/>
                      <a:pt x="118606" y="97207"/>
                    </a:cubicBezTo>
                    <a:lnTo>
                      <a:pt x="127282" y="119291"/>
                    </a:lnTo>
                    <a:cubicBezTo>
                      <a:pt x="127445" y="119715"/>
                      <a:pt x="127511" y="120139"/>
                      <a:pt x="127511" y="120530"/>
                    </a:cubicBezTo>
                    <a:cubicBezTo>
                      <a:pt x="127511" y="121183"/>
                      <a:pt x="127315" y="121770"/>
                      <a:pt x="126956" y="122227"/>
                    </a:cubicBezTo>
                    <a:cubicBezTo>
                      <a:pt x="126565" y="122781"/>
                      <a:pt x="126010" y="123205"/>
                      <a:pt x="125293" y="123499"/>
                    </a:cubicBezTo>
                    <a:cubicBezTo>
                      <a:pt x="124803" y="123695"/>
                      <a:pt x="124216" y="123792"/>
                      <a:pt x="123629" y="123792"/>
                    </a:cubicBezTo>
                    <a:lnTo>
                      <a:pt x="75515" y="123792"/>
                    </a:lnTo>
                    <a:cubicBezTo>
                      <a:pt x="74895" y="123792"/>
                      <a:pt x="74341" y="123695"/>
                      <a:pt x="73851" y="123499"/>
                    </a:cubicBezTo>
                    <a:cubicBezTo>
                      <a:pt x="73134" y="123205"/>
                      <a:pt x="72579" y="122781"/>
                      <a:pt x="72188" y="122227"/>
                    </a:cubicBezTo>
                    <a:cubicBezTo>
                      <a:pt x="71829" y="121770"/>
                      <a:pt x="71633" y="121183"/>
                      <a:pt x="71633" y="120530"/>
                    </a:cubicBezTo>
                    <a:cubicBezTo>
                      <a:pt x="71633" y="120139"/>
                      <a:pt x="71698" y="119715"/>
                      <a:pt x="71861" y="119291"/>
                    </a:cubicBezTo>
                    <a:lnTo>
                      <a:pt x="74667" y="112147"/>
                    </a:lnTo>
                    <a:cubicBezTo>
                      <a:pt x="75286" y="110581"/>
                      <a:pt x="74504" y="108820"/>
                      <a:pt x="72938" y="108200"/>
                    </a:cubicBezTo>
                    <a:cubicBezTo>
                      <a:pt x="72578" y="108065"/>
                      <a:pt x="72206" y="108001"/>
                      <a:pt x="71840" y="108001"/>
                    </a:cubicBezTo>
                    <a:cubicBezTo>
                      <a:pt x="70611" y="108001"/>
                      <a:pt x="69443" y="108723"/>
                      <a:pt x="68991" y="109929"/>
                    </a:cubicBezTo>
                    <a:lnTo>
                      <a:pt x="66186" y="117073"/>
                    </a:lnTo>
                    <a:cubicBezTo>
                      <a:pt x="65729" y="118247"/>
                      <a:pt x="65501" y="119389"/>
                      <a:pt x="65501" y="120530"/>
                    </a:cubicBezTo>
                    <a:cubicBezTo>
                      <a:pt x="65501" y="121672"/>
                      <a:pt x="65729" y="122749"/>
                      <a:pt x="66120" y="123792"/>
                    </a:cubicBezTo>
                    <a:lnTo>
                      <a:pt x="55356" y="123792"/>
                    </a:lnTo>
                    <a:cubicBezTo>
                      <a:pt x="51931" y="123792"/>
                      <a:pt x="49452" y="125293"/>
                      <a:pt x="47527" y="127544"/>
                    </a:cubicBezTo>
                    <a:cubicBezTo>
                      <a:pt x="45929" y="129501"/>
                      <a:pt x="44820" y="131915"/>
                      <a:pt x="43841" y="134394"/>
                    </a:cubicBezTo>
                    <a:lnTo>
                      <a:pt x="35164" y="156510"/>
                    </a:lnTo>
                    <a:cubicBezTo>
                      <a:pt x="34708" y="157652"/>
                      <a:pt x="34512" y="158826"/>
                      <a:pt x="34512" y="159968"/>
                    </a:cubicBezTo>
                    <a:cubicBezTo>
                      <a:pt x="34512" y="161110"/>
                      <a:pt x="34740" y="162186"/>
                      <a:pt x="35132" y="163230"/>
                    </a:cubicBezTo>
                    <a:lnTo>
                      <a:pt x="24334" y="163230"/>
                    </a:lnTo>
                    <a:cubicBezTo>
                      <a:pt x="20909" y="163230"/>
                      <a:pt x="18430" y="164730"/>
                      <a:pt x="16538" y="166981"/>
                    </a:cubicBezTo>
                    <a:cubicBezTo>
                      <a:pt x="14907" y="168938"/>
                      <a:pt x="13798" y="171352"/>
                      <a:pt x="12852" y="173831"/>
                    </a:cubicBezTo>
                    <a:lnTo>
                      <a:pt x="12037" y="175919"/>
                    </a:lnTo>
                    <a:cubicBezTo>
                      <a:pt x="11417" y="177485"/>
                      <a:pt x="12200" y="179246"/>
                      <a:pt x="13766" y="179866"/>
                    </a:cubicBezTo>
                    <a:cubicBezTo>
                      <a:pt x="14130" y="180010"/>
                      <a:pt x="14506" y="180079"/>
                      <a:pt x="14875" y="180079"/>
                    </a:cubicBezTo>
                    <a:cubicBezTo>
                      <a:pt x="16090" y="180079"/>
                      <a:pt x="17237" y="179338"/>
                      <a:pt x="17713" y="178137"/>
                    </a:cubicBezTo>
                    <a:lnTo>
                      <a:pt x="18528" y="176049"/>
                    </a:lnTo>
                    <a:cubicBezTo>
                      <a:pt x="19311" y="174092"/>
                      <a:pt x="20126" y="172200"/>
                      <a:pt x="21203" y="170928"/>
                    </a:cubicBezTo>
                    <a:cubicBezTo>
                      <a:pt x="22018" y="169949"/>
                      <a:pt x="22997" y="169330"/>
                      <a:pt x="24334" y="169330"/>
                    </a:cubicBezTo>
                    <a:lnTo>
                      <a:pt x="50789" y="169330"/>
                    </a:lnTo>
                    <a:cubicBezTo>
                      <a:pt x="52126" y="169330"/>
                      <a:pt x="53105" y="169949"/>
                      <a:pt x="53888" y="170928"/>
                    </a:cubicBezTo>
                    <a:cubicBezTo>
                      <a:pt x="54997" y="172200"/>
                      <a:pt x="55845" y="174092"/>
                      <a:pt x="56595" y="176049"/>
                    </a:cubicBezTo>
                    <a:lnTo>
                      <a:pt x="65272" y="198166"/>
                    </a:lnTo>
                    <a:cubicBezTo>
                      <a:pt x="65664" y="199144"/>
                      <a:pt x="65598" y="200221"/>
                      <a:pt x="64946" y="201101"/>
                    </a:cubicBezTo>
                    <a:cubicBezTo>
                      <a:pt x="64555" y="201623"/>
                      <a:pt x="63967" y="202080"/>
                      <a:pt x="63282" y="202341"/>
                    </a:cubicBezTo>
                    <a:cubicBezTo>
                      <a:pt x="62793" y="202537"/>
                      <a:pt x="62239" y="202667"/>
                      <a:pt x="61619" y="202667"/>
                    </a:cubicBezTo>
                    <a:lnTo>
                      <a:pt x="13505" y="202667"/>
                    </a:lnTo>
                    <a:cubicBezTo>
                      <a:pt x="12885" y="202667"/>
                      <a:pt x="12330" y="202537"/>
                      <a:pt x="11841" y="202341"/>
                    </a:cubicBezTo>
                    <a:cubicBezTo>
                      <a:pt x="11123" y="202080"/>
                      <a:pt x="10569" y="201623"/>
                      <a:pt x="10177" y="201101"/>
                    </a:cubicBezTo>
                    <a:cubicBezTo>
                      <a:pt x="9819" y="200612"/>
                      <a:pt x="9623" y="200025"/>
                      <a:pt x="9623" y="199373"/>
                    </a:cubicBezTo>
                    <a:cubicBezTo>
                      <a:pt x="9623" y="198981"/>
                      <a:pt x="9688" y="198590"/>
                      <a:pt x="9851" y="198166"/>
                    </a:cubicBezTo>
                    <a:lnTo>
                      <a:pt x="12657" y="191022"/>
                    </a:lnTo>
                    <a:cubicBezTo>
                      <a:pt x="13276" y="189456"/>
                      <a:pt x="12493" y="187695"/>
                      <a:pt x="10928" y="187075"/>
                    </a:cubicBezTo>
                    <a:cubicBezTo>
                      <a:pt x="10563" y="186931"/>
                      <a:pt x="10186" y="186862"/>
                      <a:pt x="9815" y="186862"/>
                    </a:cubicBezTo>
                    <a:cubicBezTo>
                      <a:pt x="8592" y="186862"/>
                      <a:pt x="7431" y="187603"/>
                      <a:pt x="6981" y="188804"/>
                    </a:cubicBezTo>
                    <a:lnTo>
                      <a:pt x="4175" y="195948"/>
                    </a:lnTo>
                    <a:cubicBezTo>
                      <a:pt x="3719" y="197122"/>
                      <a:pt x="3490" y="198264"/>
                      <a:pt x="3490" y="199373"/>
                    </a:cubicBezTo>
                    <a:cubicBezTo>
                      <a:pt x="3490" y="201330"/>
                      <a:pt x="4143" y="203157"/>
                      <a:pt x="5252" y="204690"/>
                    </a:cubicBezTo>
                    <a:cubicBezTo>
                      <a:pt x="6328" y="206158"/>
                      <a:pt x="7829" y="207332"/>
                      <a:pt x="9623" y="208049"/>
                    </a:cubicBezTo>
                    <a:cubicBezTo>
                      <a:pt x="10830" y="208506"/>
                      <a:pt x="12135" y="208767"/>
                      <a:pt x="13505" y="208767"/>
                    </a:cubicBezTo>
                    <a:lnTo>
                      <a:pt x="61619" y="208767"/>
                    </a:lnTo>
                    <a:cubicBezTo>
                      <a:pt x="62989" y="208767"/>
                      <a:pt x="64294" y="208506"/>
                      <a:pt x="65501" y="208049"/>
                    </a:cubicBezTo>
                    <a:cubicBezTo>
                      <a:pt x="66642" y="207593"/>
                      <a:pt x="67686" y="206940"/>
                      <a:pt x="68567" y="206158"/>
                    </a:cubicBezTo>
                    <a:cubicBezTo>
                      <a:pt x="69448" y="206940"/>
                      <a:pt x="70491" y="207593"/>
                      <a:pt x="71633" y="208049"/>
                    </a:cubicBezTo>
                    <a:cubicBezTo>
                      <a:pt x="72840" y="208506"/>
                      <a:pt x="74145" y="208767"/>
                      <a:pt x="75515" y="208767"/>
                    </a:cubicBezTo>
                    <a:lnTo>
                      <a:pt x="123629" y="208767"/>
                    </a:lnTo>
                    <a:cubicBezTo>
                      <a:pt x="124999" y="208767"/>
                      <a:pt x="126304" y="208506"/>
                      <a:pt x="127511" y="208049"/>
                    </a:cubicBezTo>
                    <a:cubicBezTo>
                      <a:pt x="128652" y="207593"/>
                      <a:pt x="129696" y="206940"/>
                      <a:pt x="130577" y="206158"/>
                    </a:cubicBezTo>
                    <a:cubicBezTo>
                      <a:pt x="131458" y="206940"/>
                      <a:pt x="132502" y="207593"/>
                      <a:pt x="133643" y="208049"/>
                    </a:cubicBezTo>
                    <a:cubicBezTo>
                      <a:pt x="134850" y="208506"/>
                      <a:pt x="136155" y="208767"/>
                      <a:pt x="137525" y="208767"/>
                    </a:cubicBezTo>
                    <a:lnTo>
                      <a:pt x="185606" y="208767"/>
                    </a:lnTo>
                    <a:cubicBezTo>
                      <a:pt x="187009" y="208767"/>
                      <a:pt x="188314" y="208506"/>
                      <a:pt x="189521" y="208049"/>
                    </a:cubicBezTo>
                    <a:cubicBezTo>
                      <a:pt x="191282" y="207332"/>
                      <a:pt x="192815" y="206158"/>
                      <a:pt x="193892" y="204690"/>
                    </a:cubicBezTo>
                    <a:cubicBezTo>
                      <a:pt x="195001" y="203157"/>
                      <a:pt x="195653" y="201330"/>
                      <a:pt x="195653" y="199373"/>
                    </a:cubicBezTo>
                    <a:cubicBezTo>
                      <a:pt x="195653" y="198264"/>
                      <a:pt x="195425" y="197122"/>
                      <a:pt x="194968" y="195948"/>
                    </a:cubicBezTo>
                    <a:lnTo>
                      <a:pt x="186291" y="173831"/>
                    </a:lnTo>
                    <a:cubicBezTo>
                      <a:pt x="185346" y="171352"/>
                      <a:pt x="184236" y="168938"/>
                      <a:pt x="182605" y="166981"/>
                    </a:cubicBezTo>
                    <a:cubicBezTo>
                      <a:pt x="180714" y="164730"/>
                      <a:pt x="178234" y="163230"/>
                      <a:pt x="174777" y="163230"/>
                    </a:cubicBezTo>
                    <a:lnTo>
                      <a:pt x="164012" y="163230"/>
                    </a:lnTo>
                    <a:cubicBezTo>
                      <a:pt x="164404" y="162186"/>
                      <a:pt x="164632" y="161110"/>
                      <a:pt x="164632" y="159968"/>
                    </a:cubicBezTo>
                    <a:cubicBezTo>
                      <a:pt x="164632" y="158826"/>
                      <a:pt x="164436" y="157684"/>
                      <a:pt x="163980" y="156510"/>
                    </a:cubicBezTo>
                    <a:lnTo>
                      <a:pt x="155303" y="134394"/>
                    </a:lnTo>
                    <a:cubicBezTo>
                      <a:pt x="154324" y="131915"/>
                      <a:pt x="153215" y="129501"/>
                      <a:pt x="151584" y="127544"/>
                    </a:cubicBezTo>
                    <a:cubicBezTo>
                      <a:pt x="149692" y="125293"/>
                      <a:pt x="147213" y="123792"/>
                      <a:pt x="143788" y="123792"/>
                    </a:cubicBezTo>
                    <a:lnTo>
                      <a:pt x="133023" y="123792"/>
                    </a:lnTo>
                    <a:cubicBezTo>
                      <a:pt x="133415" y="122749"/>
                      <a:pt x="133643" y="121672"/>
                      <a:pt x="133643" y="120530"/>
                    </a:cubicBezTo>
                    <a:cubicBezTo>
                      <a:pt x="133643" y="119389"/>
                      <a:pt x="133415" y="118247"/>
                      <a:pt x="132958" y="117073"/>
                    </a:cubicBezTo>
                    <a:lnTo>
                      <a:pt x="124281" y="94989"/>
                    </a:lnTo>
                    <a:cubicBezTo>
                      <a:pt x="123335" y="92510"/>
                      <a:pt x="122226" y="90063"/>
                      <a:pt x="120595" y="88139"/>
                    </a:cubicBezTo>
                    <a:cubicBezTo>
                      <a:pt x="120008" y="87421"/>
                      <a:pt x="119356" y="86801"/>
                      <a:pt x="118671" y="86247"/>
                    </a:cubicBezTo>
                    <a:cubicBezTo>
                      <a:pt x="129044" y="81419"/>
                      <a:pt x="137264" y="72742"/>
                      <a:pt x="141570" y="62108"/>
                    </a:cubicBezTo>
                    <a:cubicBezTo>
                      <a:pt x="145810" y="51507"/>
                      <a:pt x="145876" y="39535"/>
                      <a:pt x="141766" y="28869"/>
                    </a:cubicBezTo>
                    <a:cubicBezTo>
                      <a:pt x="139482" y="22964"/>
                      <a:pt x="135959" y="17647"/>
                      <a:pt x="131556" y="13244"/>
                    </a:cubicBezTo>
                    <a:cubicBezTo>
                      <a:pt x="127511" y="9199"/>
                      <a:pt x="122683" y="5904"/>
                      <a:pt x="117333" y="3621"/>
                    </a:cubicBezTo>
                    <a:cubicBezTo>
                      <a:pt x="111886" y="1305"/>
                      <a:pt x="105884" y="0"/>
                      <a:pt x="99556" y="0"/>
                    </a:cubicBezTo>
                    <a:close/>
                  </a:path>
                </a:pathLst>
              </a:custGeom>
              <a:solidFill>
                <a:srgbClr val="775EF5"/>
              </a:solidFill>
              <a:ln>
                <a:noFill/>
              </a:ln>
              <a:effectLst>
                <a:outerShdw blurRad="28575" algn="bl" rotWithShape="0">
                  <a:srgbClr val="DFDEFF">
                    <a:alpha val="50000"/>
                  </a:srgbClr>
                </a:outerShdw>
              </a:effectLst>
            </p:spPr>
            <p:txBody>
              <a:bodyPr spcFirstLastPara="1" wrap="square" lIns="132058" tIns="132058" rIns="132058" bIns="132058" anchor="ctr" anchorCtr="0">
                <a:noAutofit/>
              </a:bodyPr>
              <a:lstStyle/>
              <a:p>
                <a:pPr defTabSz="495285">
                  <a:defRPr/>
                </a:pPr>
                <a:endParaRPr sz="2600" dirty="0">
                  <a:solidFill>
                    <a:prstClr val="black"/>
                  </a:solidFill>
                  <a:latin typeface="Maiandra GD" panose="020E0502030308020204" pitchFamily="34" charset="0"/>
                </a:endParaRPr>
              </a:p>
            </p:txBody>
          </p:sp>
        </p:grp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900C7FD5-C220-462B-8864-D6438A3D79A0}"/>
                </a:ext>
              </a:extLst>
            </p:cNvPr>
            <p:cNvGrpSpPr/>
            <p:nvPr/>
          </p:nvGrpSpPr>
          <p:grpSpPr>
            <a:xfrm>
              <a:off x="4381275" y="7957103"/>
              <a:ext cx="1257523" cy="1189315"/>
              <a:chOff x="1172006" y="2444603"/>
              <a:chExt cx="1471396" cy="1189315"/>
            </a:xfrm>
          </p:grpSpPr>
          <p:sp>
            <p:nvSpPr>
              <p:cNvPr id="247" name="Google Shape;1426;p56">
                <a:extLst>
                  <a:ext uri="{FF2B5EF4-FFF2-40B4-BE49-F238E27FC236}">
                    <a16:creationId xmlns:a16="http://schemas.microsoft.com/office/drawing/2014/main" id="{D9583062-01B8-454A-916C-787131C2163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3287" y="2444603"/>
                <a:ext cx="1126131" cy="559600"/>
              </a:xfrm>
              <a:prstGeom prst="rect">
                <a:avLst/>
              </a:prstGeom>
            </p:spPr>
            <p:txBody>
              <a:bodyPr spcFirstLastPara="1" vert="horz" wrap="square" lIns="132058" tIns="132058" rIns="132058" bIns="132058" rtlCol="0" anchor="ctr" anchorCtr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 defTabSz="990570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r>
                  <a:rPr lang="en" sz="1300" b="1" dirty="0">
                    <a:solidFill>
                      <a:prstClr val="white">
                        <a:lumMod val="65000"/>
                      </a:prstClr>
                    </a:solidFill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  <a:sym typeface="Squada One"/>
                  </a:rPr>
                  <a:t>07</a:t>
                </a:r>
              </a:p>
            </p:txBody>
          </p:sp>
          <p:sp>
            <p:nvSpPr>
              <p:cNvPr id="248" name="Google Shape;1427;p56">
                <a:extLst>
                  <a:ext uri="{FF2B5EF4-FFF2-40B4-BE49-F238E27FC236}">
                    <a16:creationId xmlns:a16="http://schemas.microsoft.com/office/drawing/2014/main" id="{8F092696-E816-4F4D-8B3E-0BD87356C9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72006" y="2703118"/>
                <a:ext cx="1471396" cy="930800"/>
              </a:xfrm>
              <a:prstGeom prst="rect">
                <a:avLst/>
              </a:prstGeom>
            </p:spPr>
            <p:txBody>
              <a:bodyPr spcFirstLastPara="1" vert="horz" wrap="square" lIns="132058" tIns="132058" rIns="132058" bIns="132058" rtlCol="0" anchor="ctr" anchorCtr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 defTabSz="990570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r>
                  <a:rPr lang="en-US" sz="1083" b="1" dirty="0">
                    <a:solidFill>
                      <a:prstClr val="white"/>
                    </a:solidFill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Stablishing:</a:t>
                </a:r>
                <a:br>
                  <a:rPr lang="en-US" sz="1192" b="1" dirty="0">
                    <a:solidFill>
                      <a:prstClr val="white"/>
                    </a:solidFill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sz="975" dirty="0">
                    <a:solidFill>
                      <a:prstClr val="white"/>
                    </a:solidFill>
                    <a:latin typeface="Maiandra GD" panose="020E050203030802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Achieving great growth that will be expected to continue</a:t>
                </a:r>
              </a:p>
            </p:txBody>
          </p:sp>
        </p:grpSp>
        <p:grpSp>
          <p:nvGrpSpPr>
            <p:cNvPr id="237" name="Group 236">
              <a:extLst>
                <a:ext uri="{FF2B5EF4-FFF2-40B4-BE49-F238E27FC236}">
                  <a16:creationId xmlns:a16="http://schemas.microsoft.com/office/drawing/2014/main" id="{AF62FBF2-78C4-467F-B0D6-A6FAC69F5A69}"/>
                </a:ext>
              </a:extLst>
            </p:cNvPr>
            <p:cNvGrpSpPr/>
            <p:nvPr/>
          </p:nvGrpSpPr>
          <p:grpSpPr>
            <a:xfrm>
              <a:off x="3876684" y="8438664"/>
              <a:ext cx="587679" cy="262243"/>
              <a:chOff x="4002437" y="7800766"/>
              <a:chExt cx="587679" cy="262243"/>
            </a:xfrm>
          </p:grpSpPr>
          <p:grpSp>
            <p:nvGrpSpPr>
              <p:cNvPr id="242" name="Group 241">
                <a:extLst>
                  <a:ext uri="{FF2B5EF4-FFF2-40B4-BE49-F238E27FC236}">
                    <a16:creationId xmlns:a16="http://schemas.microsoft.com/office/drawing/2014/main" id="{E727B555-D08F-4164-A8D9-B02344B077E9}"/>
                  </a:ext>
                </a:extLst>
              </p:cNvPr>
              <p:cNvGrpSpPr/>
              <p:nvPr/>
            </p:nvGrpSpPr>
            <p:grpSpPr>
              <a:xfrm>
                <a:off x="4002437" y="7800766"/>
                <a:ext cx="587679" cy="262243"/>
                <a:chOff x="4002539" y="6666039"/>
                <a:chExt cx="587679" cy="262243"/>
              </a:xfrm>
            </p:grpSpPr>
            <p:sp>
              <p:nvSpPr>
                <p:cNvPr id="244" name="Google Shape;1413;p56">
                  <a:extLst>
                    <a:ext uri="{FF2B5EF4-FFF2-40B4-BE49-F238E27FC236}">
                      <a16:creationId xmlns:a16="http://schemas.microsoft.com/office/drawing/2014/main" id="{24DC603D-D2FC-422D-AAE7-92B3C26BDD63}"/>
                    </a:ext>
                  </a:extLst>
                </p:cNvPr>
                <p:cNvSpPr/>
                <p:nvPr/>
              </p:nvSpPr>
              <p:spPr>
                <a:xfrm rot="16200000" flipH="1">
                  <a:off x="4009063" y="6659515"/>
                  <a:ext cx="262243" cy="275292"/>
                </a:xfrm>
                <a:prstGeom prst="rect">
                  <a:avLst/>
                </a:prstGeom>
                <a:noFill/>
                <a:ln w="19050" cap="flat" cmpd="sng">
                  <a:solidFill>
                    <a:srgbClr val="775EF5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57150" algn="bl" rotWithShape="0">
                    <a:srgbClr val="DFDEFF">
                      <a:alpha val="50000"/>
                    </a:srgbClr>
                  </a:outerShdw>
                </a:effectLst>
              </p:spPr>
              <p:txBody>
                <a:bodyPr spcFirstLastPara="1" wrap="square" lIns="132058" tIns="132058" rIns="132058" bIns="132058" anchor="ctr" anchorCtr="0">
                  <a:noAutofit/>
                </a:bodyPr>
                <a:lstStyle/>
                <a:p>
                  <a:pPr defTabSz="495285">
                    <a:defRPr/>
                  </a:pPr>
                  <a:endParaRPr sz="2600" dirty="0">
                    <a:solidFill>
                      <a:prstClr val="black"/>
                    </a:solidFill>
                    <a:latin typeface="Maiandra GD" panose="020E0502030308020204" pitchFamily="34" charset="0"/>
                  </a:endParaRPr>
                </a:p>
              </p:txBody>
            </p:sp>
            <p:cxnSp>
              <p:nvCxnSpPr>
                <p:cNvPr id="245" name="Google Shape;1418;p56">
                  <a:extLst>
                    <a:ext uri="{FF2B5EF4-FFF2-40B4-BE49-F238E27FC236}">
                      <a16:creationId xmlns:a16="http://schemas.microsoft.com/office/drawing/2014/main" id="{495C4983-9BDB-46E8-83DE-3B3B8DCBC1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84945" y="6797161"/>
                  <a:ext cx="275291" cy="1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775EF5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7150" algn="bl" rotWithShape="0">
                    <a:srgbClr val="DFDEFF">
                      <a:alpha val="50000"/>
                    </a:srgbClr>
                  </a:outerShdw>
                </a:effectLst>
              </p:spPr>
            </p:cxnSp>
            <p:sp>
              <p:nvSpPr>
                <p:cNvPr id="246" name="Google Shape;1419;p56">
                  <a:extLst>
                    <a:ext uri="{FF2B5EF4-FFF2-40B4-BE49-F238E27FC236}">
                      <a16:creationId xmlns:a16="http://schemas.microsoft.com/office/drawing/2014/main" id="{EBBFD3E0-5E42-4A4D-8A27-21C4F7E93DD2}"/>
                    </a:ext>
                  </a:extLst>
                </p:cNvPr>
                <p:cNvSpPr/>
                <p:nvPr/>
              </p:nvSpPr>
              <p:spPr>
                <a:xfrm rot="16200000" flipH="1">
                  <a:off x="4520155" y="6767180"/>
                  <a:ext cx="80163" cy="59963"/>
                </a:xfrm>
                <a:prstGeom prst="rect">
                  <a:avLst/>
                </a:prstGeom>
                <a:solidFill>
                  <a:srgbClr val="775EF5"/>
                </a:solidFill>
                <a:ln w="19050" cap="flat" cmpd="sng">
                  <a:solidFill>
                    <a:srgbClr val="775EF5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57150" algn="bl" rotWithShape="0">
                    <a:srgbClr val="DFDEFF">
                      <a:alpha val="50000"/>
                    </a:srgbClr>
                  </a:outerShdw>
                </a:effectLst>
              </p:spPr>
              <p:txBody>
                <a:bodyPr spcFirstLastPara="1" wrap="square" lIns="132058" tIns="132058" rIns="132058" bIns="132058" anchor="ctr" anchorCtr="0">
                  <a:noAutofit/>
                </a:bodyPr>
                <a:lstStyle/>
                <a:p>
                  <a:pPr defTabSz="495285">
                    <a:defRPr/>
                  </a:pPr>
                  <a:endParaRPr sz="2600">
                    <a:solidFill>
                      <a:prstClr val="black"/>
                    </a:solidFill>
                    <a:latin typeface="Maiandra GD" panose="020E0502030308020204" pitchFamily="34" charset="0"/>
                  </a:endParaRPr>
                </a:p>
              </p:txBody>
            </p:sp>
          </p:grpSp>
          <p:sp>
            <p:nvSpPr>
              <p:cNvPr id="243" name="Google Shape;1435;p56">
                <a:extLst>
                  <a:ext uri="{FF2B5EF4-FFF2-40B4-BE49-F238E27FC236}">
                    <a16:creationId xmlns:a16="http://schemas.microsoft.com/office/drawing/2014/main" id="{FAF653EE-16F1-4153-8793-CC8416F11D51}"/>
                  </a:ext>
                </a:extLst>
              </p:cNvPr>
              <p:cNvSpPr/>
              <p:nvPr/>
            </p:nvSpPr>
            <p:spPr>
              <a:xfrm>
                <a:off x="4009539" y="7823901"/>
                <a:ext cx="268113" cy="196923"/>
              </a:xfrm>
              <a:custGeom>
                <a:avLst/>
                <a:gdLst/>
                <a:ahLst/>
                <a:cxnLst/>
                <a:rect l="l" t="t" r="r" b="b"/>
                <a:pathLst>
                  <a:path w="227155" h="207883" extrusionOk="0">
                    <a:moveTo>
                      <a:pt x="84295" y="6638"/>
                    </a:moveTo>
                    <a:lnTo>
                      <a:pt x="84295" y="14482"/>
                    </a:lnTo>
                    <a:cubicBezTo>
                      <a:pt x="84295" y="15333"/>
                      <a:pt x="83941" y="16150"/>
                      <a:pt x="83373" y="16718"/>
                    </a:cubicBezTo>
                    <a:cubicBezTo>
                      <a:pt x="82769" y="17321"/>
                      <a:pt x="81988" y="17676"/>
                      <a:pt x="81101" y="17676"/>
                    </a:cubicBezTo>
                    <a:lnTo>
                      <a:pt x="47880" y="17676"/>
                    </a:lnTo>
                    <a:cubicBezTo>
                      <a:pt x="47028" y="17676"/>
                      <a:pt x="46212" y="17321"/>
                      <a:pt x="45644" y="16718"/>
                    </a:cubicBezTo>
                    <a:cubicBezTo>
                      <a:pt x="45040" y="16150"/>
                      <a:pt x="44685" y="15333"/>
                      <a:pt x="44685" y="14482"/>
                    </a:cubicBezTo>
                    <a:lnTo>
                      <a:pt x="44685" y="6638"/>
                    </a:lnTo>
                    <a:close/>
                    <a:moveTo>
                      <a:pt x="182469" y="6638"/>
                    </a:moveTo>
                    <a:lnTo>
                      <a:pt x="182469" y="14482"/>
                    </a:lnTo>
                    <a:cubicBezTo>
                      <a:pt x="182469" y="15333"/>
                      <a:pt x="182114" y="16150"/>
                      <a:pt x="181546" y="16718"/>
                    </a:cubicBezTo>
                    <a:cubicBezTo>
                      <a:pt x="180943" y="17321"/>
                      <a:pt x="180162" y="17676"/>
                      <a:pt x="179274" y="17676"/>
                    </a:cubicBezTo>
                    <a:lnTo>
                      <a:pt x="146053" y="17676"/>
                    </a:lnTo>
                    <a:cubicBezTo>
                      <a:pt x="145166" y="17676"/>
                      <a:pt x="144385" y="17321"/>
                      <a:pt x="143782" y="16718"/>
                    </a:cubicBezTo>
                    <a:cubicBezTo>
                      <a:pt x="143214" y="16150"/>
                      <a:pt x="142859" y="15333"/>
                      <a:pt x="142859" y="14482"/>
                    </a:cubicBezTo>
                    <a:lnTo>
                      <a:pt x="142859" y="6638"/>
                    </a:lnTo>
                    <a:close/>
                    <a:moveTo>
                      <a:pt x="171785" y="74003"/>
                    </a:moveTo>
                    <a:cubicBezTo>
                      <a:pt x="173986" y="74003"/>
                      <a:pt x="175974" y="74748"/>
                      <a:pt x="177393" y="75991"/>
                    </a:cubicBezTo>
                    <a:cubicBezTo>
                      <a:pt x="178671" y="77162"/>
                      <a:pt x="179487" y="78688"/>
                      <a:pt x="179487" y="80356"/>
                    </a:cubicBezTo>
                    <a:cubicBezTo>
                      <a:pt x="179487" y="82025"/>
                      <a:pt x="178671" y="83586"/>
                      <a:pt x="177393" y="84722"/>
                    </a:cubicBezTo>
                    <a:cubicBezTo>
                      <a:pt x="175974" y="85964"/>
                      <a:pt x="173986" y="86745"/>
                      <a:pt x="171785" y="86745"/>
                    </a:cubicBezTo>
                    <a:lnTo>
                      <a:pt x="152832" y="86745"/>
                    </a:lnTo>
                    <a:lnTo>
                      <a:pt x="152832" y="74003"/>
                    </a:lnTo>
                    <a:close/>
                    <a:moveTo>
                      <a:pt x="171785" y="93418"/>
                    </a:moveTo>
                    <a:cubicBezTo>
                      <a:pt x="173986" y="93418"/>
                      <a:pt x="175974" y="94163"/>
                      <a:pt x="177393" y="95405"/>
                    </a:cubicBezTo>
                    <a:cubicBezTo>
                      <a:pt x="178671" y="96577"/>
                      <a:pt x="179487" y="98138"/>
                      <a:pt x="179487" y="99771"/>
                    </a:cubicBezTo>
                    <a:cubicBezTo>
                      <a:pt x="179487" y="101475"/>
                      <a:pt x="178671" y="103001"/>
                      <a:pt x="177393" y="104137"/>
                    </a:cubicBezTo>
                    <a:cubicBezTo>
                      <a:pt x="175974" y="105379"/>
                      <a:pt x="173986" y="106160"/>
                      <a:pt x="171785" y="106160"/>
                    </a:cubicBezTo>
                    <a:lnTo>
                      <a:pt x="152832" y="106160"/>
                    </a:lnTo>
                    <a:lnTo>
                      <a:pt x="152832" y="93418"/>
                    </a:lnTo>
                    <a:close/>
                    <a:moveTo>
                      <a:pt x="64490" y="60338"/>
                    </a:moveTo>
                    <a:cubicBezTo>
                      <a:pt x="62645" y="60338"/>
                      <a:pt x="61154" y="61829"/>
                      <a:pt x="61154" y="63639"/>
                    </a:cubicBezTo>
                    <a:lnTo>
                      <a:pt x="61154" y="67401"/>
                    </a:lnTo>
                    <a:lnTo>
                      <a:pt x="55191" y="67401"/>
                    </a:lnTo>
                    <a:cubicBezTo>
                      <a:pt x="52423" y="67401"/>
                      <a:pt x="49903" y="68502"/>
                      <a:pt x="48057" y="70347"/>
                    </a:cubicBezTo>
                    <a:cubicBezTo>
                      <a:pt x="46247" y="72193"/>
                      <a:pt x="45111" y="74713"/>
                      <a:pt x="45111" y="77481"/>
                    </a:cubicBezTo>
                    <a:lnTo>
                      <a:pt x="45111" y="83515"/>
                    </a:lnTo>
                    <a:cubicBezTo>
                      <a:pt x="45111" y="86284"/>
                      <a:pt x="46247" y="88804"/>
                      <a:pt x="48057" y="90649"/>
                    </a:cubicBezTo>
                    <a:cubicBezTo>
                      <a:pt x="49903" y="92495"/>
                      <a:pt x="52423" y="93631"/>
                      <a:pt x="55191" y="93631"/>
                    </a:cubicBezTo>
                    <a:lnTo>
                      <a:pt x="73790" y="93631"/>
                    </a:lnTo>
                    <a:cubicBezTo>
                      <a:pt x="74748" y="93631"/>
                      <a:pt x="75600" y="94021"/>
                      <a:pt x="76239" y="94625"/>
                    </a:cubicBezTo>
                    <a:cubicBezTo>
                      <a:pt x="76842" y="95263"/>
                      <a:pt x="77232" y="96115"/>
                      <a:pt x="77232" y="97074"/>
                    </a:cubicBezTo>
                    <a:lnTo>
                      <a:pt x="77232" y="103072"/>
                    </a:lnTo>
                    <a:cubicBezTo>
                      <a:pt x="77232" y="104030"/>
                      <a:pt x="76842" y="104882"/>
                      <a:pt x="76239" y="105521"/>
                    </a:cubicBezTo>
                    <a:cubicBezTo>
                      <a:pt x="75600" y="106160"/>
                      <a:pt x="74748" y="106550"/>
                      <a:pt x="73790" y="106550"/>
                    </a:cubicBezTo>
                    <a:lnTo>
                      <a:pt x="55191" y="106550"/>
                    </a:lnTo>
                    <a:cubicBezTo>
                      <a:pt x="54269" y="106550"/>
                      <a:pt x="53417" y="106160"/>
                      <a:pt x="52778" y="105521"/>
                    </a:cubicBezTo>
                    <a:cubicBezTo>
                      <a:pt x="52139" y="104882"/>
                      <a:pt x="51749" y="104030"/>
                      <a:pt x="51749" y="103072"/>
                    </a:cubicBezTo>
                    <a:cubicBezTo>
                      <a:pt x="51749" y="101226"/>
                      <a:pt x="50258" y="99771"/>
                      <a:pt x="48412" y="99771"/>
                    </a:cubicBezTo>
                    <a:cubicBezTo>
                      <a:pt x="46567" y="99771"/>
                      <a:pt x="45111" y="101226"/>
                      <a:pt x="45111" y="103072"/>
                    </a:cubicBezTo>
                    <a:cubicBezTo>
                      <a:pt x="45111" y="105876"/>
                      <a:pt x="46247" y="108396"/>
                      <a:pt x="48057" y="110206"/>
                    </a:cubicBezTo>
                    <a:cubicBezTo>
                      <a:pt x="49903" y="112052"/>
                      <a:pt x="52423" y="113187"/>
                      <a:pt x="55191" y="113187"/>
                    </a:cubicBezTo>
                    <a:lnTo>
                      <a:pt x="61154" y="113187"/>
                    </a:lnTo>
                    <a:lnTo>
                      <a:pt x="61154" y="116488"/>
                    </a:lnTo>
                    <a:cubicBezTo>
                      <a:pt x="61154" y="118334"/>
                      <a:pt x="62645" y="119824"/>
                      <a:pt x="64490" y="119824"/>
                    </a:cubicBezTo>
                    <a:cubicBezTo>
                      <a:pt x="66336" y="119824"/>
                      <a:pt x="67827" y="118334"/>
                      <a:pt x="67827" y="116488"/>
                    </a:cubicBezTo>
                    <a:lnTo>
                      <a:pt x="67827" y="113187"/>
                    </a:lnTo>
                    <a:lnTo>
                      <a:pt x="73790" y="113187"/>
                    </a:lnTo>
                    <a:cubicBezTo>
                      <a:pt x="76594" y="113187"/>
                      <a:pt x="79114" y="112052"/>
                      <a:pt x="80924" y="110206"/>
                    </a:cubicBezTo>
                    <a:cubicBezTo>
                      <a:pt x="82769" y="108396"/>
                      <a:pt x="83905" y="105876"/>
                      <a:pt x="83905" y="103072"/>
                    </a:cubicBezTo>
                    <a:lnTo>
                      <a:pt x="83905" y="97074"/>
                    </a:lnTo>
                    <a:cubicBezTo>
                      <a:pt x="83905" y="94305"/>
                      <a:pt x="82769" y="91750"/>
                      <a:pt x="80924" y="89939"/>
                    </a:cubicBezTo>
                    <a:cubicBezTo>
                      <a:pt x="79114" y="88094"/>
                      <a:pt x="76594" y="86958"/>
                      <a:pt x="73790" y="86958"/>
                    </a:cubicBezTo>
                    <a:lnTo>
                      <a:pt x="55191" y="86958"/>
                    </a:lnTo>
                    <a:cubicBezTo>
                      <a:pt x="54269" y="86958"/>
                      <a:pt x="53381" y="86568"/>
                      <a:pt x="52778" y="85964"/>
                    </a:cubicBezTo>
                    <a:cubicBezTo>
                      <a:pt x="52139" y="85325"/>
                      <a:pt x="51749" y="84438"/>
                      <a:pt x="51749" y="83515"/>
                    </a:cubicBezTo>
                    <a:lnTo>
                      <a:pt x="51749" y="77517"/>
                    </a:lnTo>
                    <a:cubicBezTo>
                      <a:pt x="51749" y="76559"/>
                      <a:pt x="52139" y="75707"/>
                      <a:pt x="52778" y="75068"/>
                    </a:cubicBezTo>
                    <a:cubicBezTo>
                      <a:pt x="53381" y="74429"/>
                      <a:pt x="54269" y="74039"/>
                      <a:pt x="55191" y="74039"/>
                    </a:cubicBezTo>
                    <a:lnTo>
                      <a:pt x="73790" y="74039"/>
                    </a:lnTo>
                    <a:cubicBezTo>
                      <a:pt x="74748" y="74039"/>
                      <a:pt x="75600" y="74429"/>
                      <a:pt x="76239" y="75068"/>
                    </a:cubicBezTo>
                    <a:cubicBezTo>
                      <a:pt x="76842" y="75707"/>
                      <a:pt x="77232" y="76559"/>
                      <a:pt x="77232" y="77517"/>
                    </a:cubicBezTo>
                    <a:cubicBezTo>
                      <a:pt x="77232" y="79327"/>
                      <a:pt x="78723" y="80818"/>
                      <a:pt x="80569" y="80818"/>
                    </a:cubicBezTo>
                    <a:cubicBezTo>
                      <a:pt x="82414" y="80818"/>
                      <a:pt x="83905" y="79327"/>
                      <a:pt x="83905" y="77517"/>
                    </a:cubicBezTo>
                    <a:cubicBezTo>
                      <a:pt x="83905" y="74713"/>
                      <a:pt x="82769" y="72193"/>
                      <a:pt x="80924" y="70347"/>
                    </a:cubicBezTo>
                    <a:cubicBezTo>
                      <a:pt x="79114" y="68502"/>
                      <a:pt x="76594" y="67401"/>
                      <a:pt x="73790" y="67401"/>
                    </a:cubicBezTo>
                    <a:lnTo>
                      <a:pt x="67827" y="67401"/>
                    </a:lnTo>
                    <a:lnTo>
                      <a:pt x="67827" y="63639"/>
                    </a:lnTo>
                    <a:cubicBezTo>
                      <a:pt x="67827" y="61829"/>
                      <a:pt x="66336" y="60338"/>
                      <a:pt x="64490" y="60338"/>
                    </a:cubicBezTo>
                    <a:close/>
                    <a:moveTo>
                      <a:pt x="157766" y="60338"/>
                    </a:moveTo>
                    <a:cubicBezTo>
                      <a:pt x="155956" y="60338"/>
                      <a:pt x="154465" y="61829"/>
                      <a:pt x="154465" y="63639"/>
                    </a:cubicBezTo>
                    <a:lnTo>
                      <a:pt x="154465" y="67330"/>
                    </a:lnTo>
                    <a:lnTo>
                      <a:pt x="142504" y="67330"/>
                    </a:lnTo>
                    <a:cubicBezTo>
                      <a:pt x="140658" y="67330"/>
                      <a:pt x="139167" y="68821"/>
                      <a:pt x="139167" y="70667"/>
                    </a:cubicBezTo>
                    <a:cubicBezTo>
                      <a:pt x="139167" y="72512"/>
                      <a:pt x="140658" y="74003"/>
                      <a:pt x="142504" y="74003"/>
                    </a:cubicBezTo>
                    <a:lnTo>
                      <a:pt x="146160" y="74003"/>
                    </a:lnTo>
                    <a:lnTo>
                      <a:pt x="146160" y="106160"/>
                    </a:lnTo>
                    <a:lnTo>
                      <a:pt x="142504" y="106160"/>
                    </a:lnTo>
                    <a:cubicBezTo>
                      <a:pt x="140658" y="106160"/>
                      <a:pt x="139167" y="107650"/>
                      <a:pt x="139167" y="109496"/>
                    </a:cubicBezTo>
                    <a:cubicBezTo>
                      <a:pt x="139167" y="111342"/>
                      <a:pt x="140658" y="112832"/>
                      <a:pt x="142504" y="112832"/>
                    </a:cubicBezTo>
                    <a:lnTo>
                      <a:pt x="154465" y="112832"/>
                    </a:lnTo>
                    <a:lnTo>
                      <a:pt x="154465" y="116488"/>
                    </a:lnTo>
                    <a:cubicBezTo>
                      <a:pt x="154465" y="118334"/>
                      <a:pt x="155956" y="119824"/>
                      <a:pt x="157766" y="119824"/>
                    </a:cubicBezTo>
                    <a:cubicBezTo>
                      <a:pt x="159611" y="119824"/>
                      <a:pt x="161102" y="118334"/>
                      <a:pt x="161102" y="116488"/>
                    </a:cubicBezTo>
                    <a:lnTo>
                      <a:pt x="161102" y="112832"/>
                    </a:lnTo>
                    <a:lnTo>
                      <a:pt x="168449" y="112832"/>
                    </a:lnTo>
                    <a:lnTo>
                      <a:pt x="168449" y="116488"/>
                    </a:lnTo>
                    <a:cubicBezTo>
                      <a:pt x="168449" y="118334"/>
                      <a:pt x="169940" y="119824"/>
                      <a:pt x="171785" y="119824"/>
                    </a:cubicBezTo>
                    <a:cubicBezTo>
                      <a:pt x="173631" y="119824"/>
                      <a:pt x="175122" y="118334"/>
                      <a:pt x="175122" y="116488"/>
                    </a:cubicBezTo>
                    <a:lnTo>
                      <a:pt x="175122" y="112477"/>
                    </a:lnTo>
                    <a:cubicBezTo>
                      <a:pt x="177677" y="111910"/>
                      <a:pt x="179949" y="110738"/>
                      <a:pt x="181794" y="109141"/>
                    </a:cubicBezTo>
                    <a:cubicBezTo>
                      <a:pt x="184492" y="106763"/>
                      <a:pt x="186160" y="103462"/>
                      <a:pt x="186160" y="99771"/>
                    </a:cubicBezTo>
                    <a:cubicBezTo>
                      <a:pt x="186160" y="95938"/>
                      <a:pt x="184314" y="92495"/>
                      <a:pt x="181368" y="90081"/>
                    </a:cubicBezTo>
                    <a:cubicBezTo>
                      <a:pt x="184314" y="87668"/>
                      <a:pt x="186160" y="84225"/>
                      <a:pt x="186160" y="80356"/>
                    </a:cubicBezTo>
                    <a:cubicBezTo>
                      <a:pt x="186160" y="76701"/>
                      <a:pt x="184492" y="73400"/>
                      <a:pt x="181794" y="71022"/>
                    </a:cubicBezTo>
                    <a:cubicBezTo>
                      <a:pt x="179949" y="69425"/>
                      <a:pt x="177677" y="68253"/>
                      <a:pt x="175122" y="67685"/>
                    </a:cubicBezTo>
                    <a:lnTo>
                      <a:pt x="175122" y="63639"/>
                    </a:lnTo>
                    <a:cubicBezTo>
                      <a:pt x="175122" y="61829"/>
                      <a:pt x="173631" y="60338"/>
                      <a:pt x="171785" y="60338"/>
                    </a:cubicBezTo>
                    <a:cubicBezTo>
                      <a:pt x="169940" y="60338"/>
                      <a:pt x="168449" y="61829"/>
                      <a:pt x="168449" y="63639"/>
                    </a:cubicBezTo>
                    <a:lnTo>
                      <a:pt x="168449" y="67330"/>
                    </a:lnTo>
                    <a:lnTo>
                      <a:pt x="161102" y="67330"/>
                    </a:lnTo>
                    <a:lnTo>
                      <a:pt x="161102" y="63639"/>
                    </a:lnTo>
                    <a:cubicBezTo>
                      <a:pt x="161102" y="61829"/>
                      <a:pt x="159611" y="60338"/>
                      <a:pt x="157766" y="60338"/>
                    </a:cubicBezTo>
                    <a:close/>
                    <a:moveTo>
                      <a:pt x="155151" y="43784"/>
                    </a:moveTo>
                    <a:cubicBezTo>
                      <a:pt x="154960" y="43784"/>
                      <a:pt x="154767" y="43800"/>
                      <a:pt x="154571" y="43834"/>
                    </a:cubicBezTo>
                    <a:cubicBezTo>
                      <a:pt x="143462" y="45751"/>
                      <a:pt x="133702" y="51607"/>
                      <a:pt x="126709" y="59912"/>
                    </a:cubicBezTo>
                    <a:cubicBezTo>
                      <a:pt x="119859" y="68076"/>
                      <a:pt x="115707" y="78617"/>
                      <a:pt x="115707" y="90081"/>
                    </a:cubicBezTo>
                    <a:cubicBezTo>
                      <a:pt x="115707" y="103036"/>
                      <a:pt x="120960" y="114784"/>
                      <a:pt x="129478" y="123267"/>
                    </a:cubicBezTo>
                    <a:cubicBezTo>
                      <a:pt x="137961" y="131750"/>
                      <a:pt x="149709" y="137039"/>
                      <a:pt x="162664" y="137039"/>
                    </a:cubicBezTo>
                    <a:cubicBezTo>
                      <a:pt x="175619" y="137039"/>
                      <a:pt x="187367" y="131750"/>
                      <a:pt x="195849" y="123267"/>
                    </a:cubicBezTo>
                    <a:cubicBezTo>
                      <a:pt x="204368" y="114784"/>
                      <a:pt x="209621" y="103036"/>
                      <a:pt x="209621" y="90081"/>
                    </a:cubicBezTo>
                    <a:cubicBezTo>
                      <a:pt x="209621" y="78617"/>
                      <a:pt x="205468" y="68076"/>
                      <a:pt x="198618" y="59912"/>
                    </a:cubicBezTo>
                    <a:cubicBezTo>
                      <a:pt x="191626" y="51607"/>
                      <a:pt x="181865" y="45751"/>
                      <a:pt x="170721" y="43834"/>
                    </a:cubicBezTo>
                    <a:cubicBezTo>
                      <a:pt x="170529" y="43800"/>
                      <a:pt x="170339" y="43784"/>
                      <a:pt x="170151" y="43784"/>
                    </a:cubicBezTo>
                    <a:cubicBezTo>
                      <a:pt x="168565" y="43784"/>
                      <a:pt x="167173" y="44949"/>
                      <a:pt x="166887" y="46567"/>
                    </a:cubicBezTo>
                    <a:cubicBezTo>
                      <a:pt x="166568" y="48377"/>
                      <a:pt x="167810" y="50081"/>
                      <a:pt x="169620" y="50400"/>
                    </a:cubicBezTo>
                    <a:cubicBezTo>
                      <a:pt x="179168" y="52033"/>
                      <a:pt x="187580" y="57073"/>
                      <a:pt x="193542" y="64172"/>
                    </a:cubicBezTo>
                    <a:cubicBezTo>
                      <a:pt x="199399" y="71164"/>
                      <a:pt x="202948" y="80214"/>
                      <a:pt x="202948" y="90081"/>
                    </a:cubicBezTo>
                    <a:cubicBezTo>
                      <a:pt x="202948" y="101191"/>
                      <a:pt x="198440" y="111271"/>
                      <a:pt x="191164" y="118582"/>
                    </a:cubicBezTo>
                    <a:cubicBezTo>
                      <a:pt x="183853" y="125858"/>
                      <a:pt x="173808" y="130366"/>
                      <a:pt x="162664" y="130366"/>
                    </a:cubicBezTo>
                    <a:cubicBezTo>
                      <a:pt x="151519" y="130366"/>
                      <a:pt x="141474" y="125858"/>
                      <a:pt x="134163" y="118582"/>
                    </a:cubicBezTo>
                    <a:cubicBezTo>
                      <a:pt x="126887" y="111271"/>
                      <a:pt x="122379" y="101191"/>
                      <a:pt x="122379" y="90081"/>
                    </a:cubicBezTo>
                    <a:cubicBezTo>
                      <a:pt x="122379" y="80214"/>
                      <a:pt x="125929" y="71164"/>
                      <a:pt x="131785" y="64172"/>
                    </a:cubicBezTo>
                    <a:cubicBezTo>
                      <a:pt x="137748" y="57073"/>
                      <a:pt x="146160" y="52033"/>
                      <a:pt x="155707" y="50400"/>
                    </a:cubicBezTo>
                    <a:cubicBezTo>
                      <a:pt x="157517" y="50081"/>
                      <a:pt x="158724" y="48377"/>
                      <a:pt x="158440" y="46567"/>
                    </a:cubicBezTo>
                    <a:cubicBezTo>
                      <a:pt x="158154" y="44949"/>
                      <a:pt x="156762" y="43784"/>
                      <a:pt x="155151" y="43784"/>
                    </a:cubicBezTo>
                    <a:close/>
                    <a:moveTo>
                      <a:pt x="65839" y="143791"/>
                    </a:moveTo>
                    <a:cubicBezTo>
                      <a:pt x="64987" y="143791"/>
                      <a:pt x="64136" y="144119"/>
                      <a:pt x="63497" y="144776"/>
                    </a:cubicBezTo>
                    <a:cubicBezTo>
                      <a:pt x="62183" y="146054"/>
                      <a:pt x="62183" y="148183"/>
                      <a:pt x="63497" y="149461"/>
                    </a:cubicBezTo>
                    <a:lnTo>
                      <a:pt x="65697" y="151697"/>
                    </a:lnTo>
                    <a:lnTo>
                      <a:pt x="30133" y="151697"/>
                    </a:lnTo>
                    <a:cubicBezTo>
                      <a:pt x="28288" y="151697"/>
                      <a:pt x="26797" y="153188"/>
                      <a:pt x="26797" y="155033"/>
                    </a:cubicBezTo>
                    <a:cubicBezTo>
                      <a:pt x="26797" y="156844"/>
                      <a:pt x="28288" y="158334"/>
                      <a:pt x="30133" y="158334"/>
                    </a:cubicBezTo>
                    <a:lnTo>
                      <a:pt x="65697" y="158334"/>
                    </a:lnTo>
                    <a:lnTo>
                      <a:pt x="63497" y="160570"/>
                    </a:lnTo>
                    <a:cubicBezTo>
                      <a:pt x="62183" y="161848"/>
                      <a:pt x="62183" y="163978"/>
                      <a:pt x="63497" y="165255"/>
                    </a:cubicBezTo>
                    <a:cubicBezTo>
                      <a:pt x="64136" y="165912"/>
                      <a:pt x="64987" y="166240"/>
                      <a:pt x="65839" y="166240"/>
                    </a:cubicBezTo>
                    <a:cubicBezTo>
                      <a:pt x="66691" y="166240"/>
                      <a:pt x="67543" y="165912"/>
                      <a:pt x="68182" y="165255"/>
                    </a:cubicBezTo>
                    <a:lnTo>
                      <a:pt x="76097" y="157376"/>
                    </a:lnTo>
                    <a:cubicBezTo>
                      <a:pt x="77374" y="156063"/>
                      <a:pt x="77374" y="153969"/>
                      <a:pt x="76097" y="152655"/>
                    </a:cubicBezTo>
                    <a:lnTo>
                      <a:pt x="68182" y="144776"/>
                    </a:lnTo>
                    <a:cubicBezTo>
                      <a:pt x="67543" y="144119"/>
                      <a:pt x="66691" y="143791"/>
                      <a:pt x="65839" y="143791"/>
                    </a:cubicBezTo>
                    <a:close/>
                    <a:moveTo>
                      <a:pt x="161333" y="143791"/>
                    </a:moveTo>
                    <a:cubicBezTo>
                      <a:pt x="160481" y="143791"/>
                      <a:pt x="159629" y="144119"/>
                      <a:pt x="158972" y="144776"/>
                    </a:cubicBezTo>
                    <a:lnTo>
                      <a:pt x="151058" y="152655"/>
                    </a:lnTo>
                    <a:cubicBezTo>
                      <a:pt x="149780" y="153969"/>
                      <a:pt x="149780" y="156063"/>
                      <a:pt x="151058" y="157376"/>
                    </a:cubicBezTo>
                    <a:lnTo>
                      <a:pt x="158972" y="165255"/>
                    </a:lnTo>
                    <a:cubicBezTo>
                      <a:pt x="159629" y="165912"/>
                      <a:pt x="160481" y="166240"/>
                      <a:pt x="161333" y="166240"/>
                    </a:cubicBezTo>
                    <a:cubicBezTo>
                      <a:pt x="162185" y="166240"/>
                      <a:pt x="163036" y="165912"/>
                      <a:pt x="163693" y="165255"/>
                    </a:cubicBezTo>
                    <a:cubicBezTo>
                      <a:pt x="164971" y="163978"/>
                      <a:pt x="164971" y="161848"/>
                      <a:pt x="163693" y="160570"/>
                    </a:cubicBezTo>
                    <a:lnTo>
                      <a:pt x="161457" y="158334"/>
                    </a:lnTo>
                    <a:lnTo>
                      <a:pt x="197056" y="158334"/>
                    </a:lnTo>
                    <a:cubicBezTo>
                      <a:pt x="198866" y="158334"/>
                      <a:pt x="200357" y="156844"/>
                      <a:pt x="200357" y="155033"/>
                    </a:cubicBezTo>
                    <a:cubicBezTo>
                      <a:pt x="200357" y="153188"/>
                      <a:pt x="198866" y="151697"/>
                      <a:pt x="197056" y="151697"/>
                    </a:cubicBezTo>
                    <a:lnTo>
                      <a:pt x="161457" y="151697"/>
                    </a:lnTo>
                    <a:lnTo>
                      <a:pt x="163693" y="149461"/>
                    </a:lnTo>
                    <a:cubicBezTo>
                      <a:pt x="164971" y="148183"/>
                      <a:pt x="164971" y="146054"/>
                      <a:pt x="163693" y="144776"/>
                    </a:cubicBezTo>
                    <a:cubicBezTo>
                      <a:pt x="163036" y="144119"/>
                      <a:pt x="162185" y="143791"/>
                      <a:pt x="161333" y="143791"/>
                    </a:cubicBezTo>
                    <a:close/>
                    <a:moveTo>
                      <a:pt x="51536" y="187119"/>
                    </a:moveTo>
                    <a:cubicBezTo>
                      <a:pt x="49690" y="187119"/>
                      <a:pt x="48199" y="188610"/>
                      <a:pt x="48199" y="190455"/>
                    </a:cubicBezTo>
                    <a:cubicBezTo>
                      <a:pt x="48199" y="192301"/>
                      <a:pt x="49690" y="193792"/>
                      <a:pt x="51536" y="193792"/>
                    </a:cubicBezTo>
                    <a:lnTo>
                      <a:pt x="77481" y="193792"/>
                    </a:lnTo>
                    <a:cubicBezTo>
                      <a:pt x="79291" y="193792"/>
                      <a:pt x="80782" y="192301"/>
                      <a:pt x="80782" y="190455"/>
                    </a:cubicBezTo>
                    <a:cubicBezTo>
                      <a:pt x="80782" y="188610"/>
                      <a:pt x="79291" y="187119"/>
                      <a:pt x="77481" y="187119"/>
                    </a:cubicBezTo>
                    <a:close/>
                    <a:moveTo>
                      <a:pt x="149709" y="187119"/>
                    </a:moveTo>
                    <a:cubicBezTo>
                      <a:pt x="147863" y="187119"/>
                      <a:pt x="146372" y="188610"/>
                      <a:pt x="146372" y="190455"/>
                    </a:cubicBezTo>
                    <a:cubicBezTo>
                      <a:pt x="146372" y="192301"/>
                      <a:pt x="147863" y="193792"/>
                      <a:pt x="149709" y="193792"/>
                    </a:cubicBezTo>
                    <a:lnTo>
                      <a:pt x="175619" y="193792"/>
                    </a:lnTo>
                    <a:cubicBezTo>
                      <a:pt x="177464" y="193792"/>
                      <a:pt x="178955" y="192301"/>
                      <a:pt x="178955" y="190455"/>
                    </a:cubicBezTo>
                    <a:cubicBezTo>
                      <a:pt x="178955" y="188610"/>
                      <a:pt x="177464" y="187119"/>
                      <a:pt x="175619" y="187119"/>
                    </a:cubicBezTo>
                    <a:close/>
                    <a:moveTo>
                      <a:pt x="98173" y="179665"/>
                    </a:moveTo>
                    <a:lnTo>
                      <a:pt x="98173" y="192762"/>
                    </a:lnTo>
                    <a:cubicBezTo>
                      <a:pt x="98173" y="195886"/>
                      <a:pt x="99132" y="198796"/>
                      <a:pt x="100764" y="201210"/>
                    </a:cubicBezTo>
                    <a:lnTo>
                      <a:pt x="15120" y="201210"/>
                    </a:lnTo>
                    <a:cubicBezTo>
                      <a:pt x="12777" y="201210"/>
                      <a:pt x="10683" y="200287"/>
                      <a:pt x="9157" y="198725"/>
                    </a:cubicBezTo>
                    <a:cubicBezTo>
                      <a:pt x="7595" y="197199"/>
                      <a:pt x="6637" y="195069"/>
                      <a:pt x="6637" y="192762"/>
                    </a:cubicBezTo>
                    <a:lnTo>
                      <a:pt x="6637" y="179665"/>
                    </a:lnTo>
                    <a:close/>
                    <a:moveTo>
                      <a:pt x="220517" y="179665"/>
                    </a:moveTo>
                    <a:lnTo>
                      <a:pt x="220517" y="192762"/>
                    </a:lnTo>
                    <a:cubicBezTo>
                      <a:pt x="220517" y="195069"/>
                      <a:pt x="219559" y="197199"/>
                      <a:pt x="217997" y="198725"/>
                    </a:cubicBezTo>
                    <a:cubicBezTo>
                      <a:pt x="216471" y="200287"/>
                      <a:pt x="214377" y="201210"/>
                      <a:pt x="212034" y="201210"/>
                    </a:cubicBezTo>
                    <a:lnTo>
                      <a:pt x="113293" y="201210"/>
                    </a:lnTo>
                    <a:cubicBezTo>
                      <a:pt x="110951" y="201210"/>
                      <a:pt x="108857" y="200287"/>
                      <a:pt x="107330" y="198725"/>
                    </a:cubicBezTo>
                    <a:cubicBezTo>
                      <a:pt x="105769" y="197199"/>
                      <a:pt x="104810" y="195069"/>
                      <a:pt x="104810" y="192762"/>
                    </a:cubicBezTo>
                    <a:lnTo>
                      <a:pt x="104810" y="179665"/>
                    </a:lnTo>
                    <a:close/>
                    <a:moveTo>
                      <a:pt x="15120" y="0"/>
                    </a:moveTo>
                    <a:cubicBezTo>
                      <a:pt x="10967" y="0"/>
                      <a:pt x="7170" y="1704"/>
                      <a:pt x="4437" y="4437"/>
                    </a:cubicBezTo>
                    <a:cubicBezTo>
                      <a:pt x="1704" y="7170"/>
                      <a:pt x="0" y="10932"/>
                      <a:pt x="0" y="15120"/>
                    </a:cubicBezTo>
                    <a:lnTo>
                      <a:pt x="0" y="129727"/>
                    </a:lnTo>
                    <a:cubicBezTo>
                      <a:pt x="0" y="131537"/>
                      <a:pt x="1491" y="133063"/>
                      <a:pt x="3336" y="133063"/>
                    </a:cubicBezTo>
                    <a:cubicBezTo>
                      <a:pt x="5182" y="133063"/>
                      <a:pt x="6637" y="131537"/>
                      <a:pt x="6637" y="129727"/>
                    </a:cubicBezTo>
                    <a:lnTo>
                      <a:pt x="6637" y="15120"/>
                    </a:lnTo>
                    <a:cubicBezTo>
                      <a:pt x="6637" y="12778"/>
                      <a:pt x="7595" y="10684"/>
                      <a:pt x="9157" y="9122"/>
                    </a:cubicBezTo>
                    <a:cubicBezTo>
                      <a:pt x="10683" y="7596"/>
                      <a:pt x="12777" y="6638"/>
                      <a:pt x="15120" y="6638"/>
                    </a:cubicBezTo>
                    <a:lnTo>
                      <a:pt x="38013" y="6638"/>
                    </a:lnTo>
                    <a:lnTo>
                      <a:pt x="38013" y="14482"/>
                    </a:lnTo>
                    <a:cubicBezTo>
                      <a:pt x="38013" y="17179"/>
                      <a:pt x="39149" y="19664"/>
                      <a:pt x="40923" y="21438"/>
                    </a:cubicBezTo>
                    <a:cubicBezTo>
                      <a:pt x="42698" y="23213"/>
                      <a:pt x="45182" y="24349"/>
                      <a:pt x="47880" y="24349"/>
                    </a:cubicBezTo>
                    <a:lnTo>
                      <a:pt x="81101" y="24349"/>
                    </a:lnTo>
                    <a:cubicBezTo>
                      <a:pt x="83799" y="24349"/>
                      <a:pt x="86283" y="23213"/>
                      <a:pt x="88058" y="21438"/>
                    </a:cubicBezTo>
                    <a:cubicBezTo>
                      <a:pt x="89868" y="19664"/>
                      <a:pt x="90968" y="17179"/>
                      <a:pt x="90968" y="14482"/>
                    </a:cubicBezTo>
                    <a:lnTo>
                      <a:pt x="90968" y="6638"/>
                    </a:lnTo>
                    <a:lnTo>
                      <a:pt x="100764" y="6638"/>
                    </a:lnTo>
                    <a:cubicBezTo>
                      <a:pt x="99132" y="9087"/>
                      <a:pt x="98173" y="11962"/>
                      <a:pt x="98173" y="15120"/>
                    </a:cubicBezTo>
                    <a:lnTo>
                      <a:pt x="98173" y="57392"/>
                    </a:lnTo>
                    <a:cubicBezTo>
                      <a:pt x="95902" y="55050"/>
                      <a:pt x="93382" y="52956"/>
                      <a:pt x="90684" y="51146"/>
                    </a:cubicBezTo>
                    <a:cubicBezTo>
                      <a:pt x="85325" y="47525"/>
                      <a:pt x="79185" y="44970"/>
                      <a:pt x="72583" y="43834"/>
                    </a:cubicBezTo>
                    <a:cubicBezTo>
                      <a:pt x="72388" y="43800"/>
                      <a:pt x="72194" y="43784"/>
                      <a:pt x="72003" y="43784"/>
                    </a:cubicBezTo>
                    <a:cubicBezTo>
                      <a:pt x="70392" y="43784"/>
                      <a:pt x="69000" y="44949"/>
                      <a:pt x="68714" y="46567"/>
                    </a:cubicBezTo>
                    <a:cubicBezTo>
                      <a:pt x="68430" y="48377"/>
                      <a:pt x="69637" y="50081"/>
                      <a:pt x="71447" y="50400"/>
                    </a:cubicBezTo>
                    <a:cubicBezTo>
                      <a:pt x="77126" y="51359"/>
                      <a:pt x="82379" y="53559"/>
                      <a:pt x="86993" y="56647"/>
                    </a:cubicBezTo>
                    <a:cubicBezTo>
                      <a:pt x="91430" y="59629"/>
                      <a:pt x="95227" y="63462"/>
                      <a:pt x="98173" y="67934"/>
                    </a:cubicBezTo>
                    <a:lnTo>
                      <a:pt x="98173" y="112229"/>
                    </a:lnTo>
                    <a:cubicBezTo>
                      <a:pt x="94588" y="117659"/>
                      <a:pt x="89726" y="122167"/>
                      <a:pt x="84012" y="125361"/>
                    </a:cubicBezTo>
                    <a:cubicBezTo>
                      <a:pt x="78226" y="128556"/>
                      <a:pt x="71589" y="130366"/>
                      <a:pt x="64490" y="130366"/>
                    </a:cubicBezTo>
                    <a:cubicBezTo>
                      <a:pt x="53381" y="130366"/>
                      <a:pt x="43301" y="125858"/>
                      <a:pt x="35990" y="118582"/>
                    </a:cubicBezTo>
                    <a:cubicBezTo>
                      <a:pt x="28714" y="111271"/>
                      <a:pt x="24206" y="101191"/>
                      <a:pt x="24206" y="90081"/>
                    </a:cubicBezTo>
                    <a:cubicBezTo>
                      <a:pt x="24206" y="80214"/>
                      <a:pt x="27755" y="71164"/>
                      <a:pt x="33612" y="64172"/>
                    </a:cubicBezTo>
                    <a:cubicBezTo>
                      <a:pt x="39610" y="57073"/>
                      <a:pt x="47986" y="52033"/>
                      <a:pt x="57534" y="50400"/>
                    </a:cubicBezTo>
                    <a:cubicBezTo>
                      <a:pt x="59344" y="50081"/>
                      <a:pt x="60586" y="48377"/>
                      <a:pt x="60267" y="46567"/>
                    </a:cubicBezTo>
                    <a:cubicBezTo>
                      <a:pt x="59981" y="44949"/>
                      <a:pt x="58589" y="43784"/>
                      <a:pt x="57003" y="43784"/>
                    </a:cubicBezTo>
                    <a:cubicBezTo>
                      <a:pt x="56816" y="43784"/>
                      <a:pt x="56625" y="43800"/>
                      <a:pt x="56434" y="43834"/>
                    </a:cubicBezTo>
                    <a:cubicBezTo>
                      <a:pt x="45324" y="45751"/>
                      <a:pt x="35528" y="51607"/>
                      <a:pt x="28536" y="59912"/>
                    </a:cubicBezTo>
                    <a:cubicBezTo>
                      <a:pt x="21686" y="68076"/>
                      <a:pt x="17569" y="78617"/>
                      <a:pt x="17569" y="90081"/>
                    </a:cubicBezTo>
                    <a:cubicBezTo>
                      <a:pt x="17569" y="103036"/>
                      <a:pt x="22822" y="114784"/>
                      <a:pt x="31305" y="123267"/>
                    </a:cubicBezTo>
                    <a:cubicBezTo>
                      <a:pt x="39787" y="131750"/>
                      <a:pt x="51536" y="137039"/>
                      <a:pt x="64490" y="137039"/>
                    </a:cubicBezTo>
                    <a:cubicBezTo>
                      <a:pt x="72725" y="137039"/>
                      <a:pt x="80462" y="134909"/>
                      <a:pt x="87206" y="131147"/>
                    </a:cubicBezTo>
                    <a:cubicBezTo>
                      <a:pt x="91288" y="128911"/>
                      <a:pt x="94979" y="126071"/>
                      <a:pt x="98173" y="122770"/>
                    </a:cubicBezTo>
                    <a:lnTo>
                      <a:pt x="98173" y="173028"/>
                    </a:lnTo>
                    <a:lnTo>
                      <a:pt x="6637" y="173028"/>
                    </a:lnTo>
                    <a:lnTo>
                      <a:pt x="6637" y="144811"/>
                    </a:lnTo>
                    <a:cubicBezTo>
                      <a:pt x="6637" y="142966"/>
                      <a:pt x="5182" y="141475"/>
                      <a:pt x="3336" y="141475"/>
                    </a:cubicBezTo>
                    <a:cubicBezTo>
                      <a:pt x="1491" y="141475"/>
                      <a:pt x="0" y="142966"/>
                      <a:pt x="0" y="144811"/>
                    </a:cubicBezTo>
                    <a:lnTo>
                      <a:pt x="0" y="192762"/>
                    </a:lnTo>
                    <a:cubicBezTo>
                      <a:pt x="0" y="196915"/>
                      <a:pt x="1704" y="200713"/>
                      <a:pt x="4437" y="203446"/>
                    </a:cubicBezTo>
                    <a:cubicBezTo>
                      <a:pt x="7170" y="206179"/>
                      <a:pt x="10967" y="207882"/>
                      <a:pt x="15120" y="207882"/>
                    </a:cubicBezTo>
                    <a:lnTo>
                      <a:pt x="212034" y="207882"/>
                    </a:lnTo>
                    <a:cubicBezTo>
                      <a:pt x="216187" y="207882"/>
                      <a:pt x="219985" y="206179"/>
                      <a:pt x="222718" y="203446"/>
                    </a:cubicBezTo>
                    <a:cubicBezTo>
                      <a:pt x="225451" y="200713"/>
                      <a:pt x="227154" y="196915"/>
                      <a:pt x="227154" y="192762"/>
                    </a:cubicBezTo>
                    <a:lnTo>
                      <a:pt x="227154" y="47632"/>
                    </a:lnTo>
                    <a:cubicBezTo>
                      <a:pt x="227154" y="45786"/>
                      <a:pt x="225663" y="44296"/>
                      <a:pt x="223818" y="44296"/>
                    </a:cubicBezTo>
                    <a:cubicBezTo>
                      <a:pt x="222008" y="44296"/>
                      <a:pt x="220517" y="45786"/>
                      <a:pt x="220517" y="47632"/>
                    </a:cubicBezTo>
                    <a:lnTo>
                      <a:pt x="220517" y="173028"/>
                    </a:lnTo>
                    <a:lnTo>
                      <a:pt x="104810" y="173028"/>
                    </a:lnTo>
                    <a:lnTo>
                      <a:pt x="104810" y="15120"/>
                    </a:lnTo>
                    <a:cubicBezTo>
                      <a:pt x="104810" y="12778"/>
                      <a:pt x="105769" y="10684"/>
                      <a:pt x="107330" y="9122"/>
                    </a:cubicBezTo>
                    <a:cubicBezTo>
                      <a:pt x="108857" y="7596"/>
                      <a:pt x="110951" y="6638"/>
                      <a:pt x="113293" y="6638"/>
                    </a:cubicBezTo>
                    <a:lnTo>
                      <a:pt x="136186" y="6638"/>
                    </a:lnTo>
                    <a:lnTo>
                      <a:pt x="136186" y="14482"/>
                    </a:lnTo>
                    <a:cubicBezTo>
                      <a:pt x="136186" y="17179"/>
                      <a:pt x="137322" y="19664"/>
                      <a:pt x="139096" y="21438"/>
                    </a:cubicBezTo>
                    <a:cubicBezTo>
                      <a:pt x="140871" y="23213"/>
                      <a:pt x="143356" y="24349"/>
                      <a:pt x="146053" y="24349"/>
                    </a:cubicBezTo>
                    <a:lnTo>
                      <a:pt x="179274" y="24349"/>
                    </a:lnTo>
                    <a:cubicBezTo>
                      <a:pt x="181972" y="24349"/>
                      <a:pt x="184456" y="23213"/>
                      <a:pt x="186231" y="21438"/>
                    </a:cubicBezTo>
                    <a:cubicBezTo>
                      <a:pt x="188006" y="19664"/>
                      <a:pt x="189141" y="17179"/>
                      <a:pt x="189141" y="14482"/>
                    </a:cubicBezTo>
                    <a:lnTo>
                      <a:pt x="189141" y="6638"/>
                    </a:lnTo>
                    <a:lnTo>
                      <a:pt x="212034" y="6638"/>
                    </a:lnTo>
                    <a:cubicBezTo>
                      <a:pt x="214377" y="6638"/>
                      <a:pt x="216471" y="7596"/>
                      <a:pt x="217997" y="9122"/>
                    </a:cubicBezTo>
                    <a:cubicBezTo>
                      <a:pt x="219559" y="10684"/>
                      <a:pt x="220517" y="12778"/>
                      <a:pt x="220517" y="15120"/>
                    </a:cubicBezTo>
                    <a:lnTo>
                      <a:pt x="220517" y="32583"/>
                    </a:lnTo>
                    <a:cubicBezTo>
                      <a:pt x="220517" y="34393"/>
                      <a:pt x="222008" y="35884"/>
                      <a:pt x="223818" y="35884"/>
                    </a:cubicBezTo>
                    <a:cubicBezTo>
                      <a:pt x="225663" y="35884"/>
                      <a:pt x="227154" y="34393"/>
                      <a:pt x="227154" y="32583"/>
                    </a:cubicBezTo>
                    <a:lnTo>
                      <a:pt x="227154" y="15120"/>
                    </a:lnTo>
                    <a:cubicBezTo>
                      <a:pt x="227154" y="10932"/>
                      <a:pt x="225451" y="7170"/>
                      <a:pt x="222718" y="4437"/>
                    </a:cubicBezTo>
                    <a:cubicBezTo>
                      <a:pt x="219985" y="1704"/>
                      <a:pt x="216187" y="0"/>
                      <a:pt x="212034" y="0"/>
                    </a:cubicBezTo>
                    <a:close/>
                  </a:path>
                </a:pathLst>
              </a:custGeom>
              <a:solidFill>
                <a:srgbClr val="775EF5"/>
              </a:solidFill>
              <a:ln>
                <a:noFill/>
              </a:ln>
              <a:effectLst>
                <a:outerShdw blurRad="28575" algn="bl" rotWithShape="0">
                  <a:srgbClr val="DFDEFF">
                    <a:alpha val="50000"/>
                  </a:srgbClr>
                </a:outerShdw>
              </a:effectLst>
            </p:spPr>
            <p:txBody>
              <a:bodyPr spcFirstLastPara="1" wrap="square" lIns="132058" tIns="132058" rIns="132058" bIns="132058" anchor="ctr" anchorCtr="0">
                <a:noAutofit/>
              </a:bodyPr>
              <a:lstStyle/>
              <a:p>
                <a:pPr defTabSz="495285">
                  <a:defRPr/>
                </a:pPr>
                <a:endParaRPr sz="2600">
                  <a:solidFill>
                    <a:prstClr val="black"/>
                  </a:solidFill>
                  <a:latin typeface="Maiandra GD" panose="020E0502030308020204" pitchFamily="34" charset="0"/>
                </a:endParaRPr>
              </a:p>
            </p:txBody>
          </p:sp>
        </p:grp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2BA81F94-EC05-4F27-8C5D-4E036B88246B}"/>
                </a:ext>
              </a:extLst>
            </p:cNvPr>
            <p:cNvGrpSpPr/>
            <p:nvPr/>
          </p:nvGrpSpPr>
          <p:grpSpPr>
            <a:xfrm>
              <a:off x="3277676" y="4208499"/>
              <a:ext cx="1336129" cy="300733"/>
              <a:chOff x="2997993" y="4218908"/>
              <a:chExt cx="1336129" cy="300733"/>
            </a:xfrm>
          </p:grpSpPr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6E044A02-755E-4D14-BFFA-F5971BD09492}"/>
                  </a:ext>
                </a:extLst>
              </p:cNvPr>
              <p:cNvSpPr txBox="1"/>
              <p:nvPr/>
            </p:nvSpPr>
            <p:spPr>
              <a:xfrm>
                <a:off x="3219006" y="4218908"/>
                <a:ext cx="911078" cy="3007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495285">
                  <a:defRPr/>
                </a:pPr>
                <a:r>
                  <a:rPr lang="en-US" sz="1517" dirty="0">
                    <a:solidFill>
                      <a:prstClr val="white"/>
                    </a:solidFill>
                    <a:latin typeface="Calibri" panose="020F0502020204030204"/>
                  </a:rPr>
                  <a:t>Roadmap:</a:t>
                </a:r>
              </a:p>
            </p:txBody>
          </p: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58E7A031-ACF6-4533-B5C8-6C9D889327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97993" y="4383456"/>
                <a:ext cx="233363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55E05D40-2660-4ED9-810B-4DE5733D1B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00759" y="4384591"/>
                <a:ext cx="233363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A657F35B-5AB3-4B80-9012-B403B13C71BD}"/>
              </a:ext>
            </a:extLst>
          </p:cNvPr>
          <p:cNvCxnSpPr>
            <a:cxnSpLocks/>
          </p:cNvCxnSpPr>
          <p:nvPr/>
        </p:nvCxnSpPr>
        <p:spPr>
          <a:xfrm>
            <a:off x="3178935" y="9246235"/>
            <a:ext cx="32124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1F186299-0E1A-4E10-B46F-C50E79261B7F}"/>
              </a:ext>
            </a:extLst>
          </p:cNvPr>
          <p:cNvSpPr txBox="1"/>
          <p:nvPr/>
        </p:nvSpPr>
        <p:spPr>
          <a:xfrm>
            <a:off x="3315907" y="3924802"/>
            <a:ext cx="31271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1" dirty="0">
                <a:solidFill>
                  <a:schemeClr val="bg1"/>
                </a:solidFill>
                <a:latin typeface="Maiandra GD" panose="020E0502030308020204" pitchFamily="34" charset="0"/>
              </a:rPr>
              <a:t>Other Products:</a:t>
            </a:r>
          </a:p>
          <a:p>
            <a:pPr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Crypto Wallet</a:t>
            </a:r>
            <a:r>
              <a:rPr lang="en-US" sz="1200" dirty="0">
                <a:solidFill>
                  <a:schemeClr val="bg1"/>
                </a:solidFill>
                <a:latin typeface="Calibri" panose="020F0502020204030204"/>
              </a:rPr>
              <a:t>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Decentralized Crypto Exchange (DEX), </a:t>
            </a:r>
            <a:r>
              <a:rPr lang="en-US" sz="1200" dirty="0" err="1">
                <a:solidFill>
                  <a:schemeClr val="bg1"/>
                </a:solidFill>
                <a:latin typeface="Calibri" panose="020F0502020204030204"/>
              </a:rPr>
              <a:t>DeFi</a:t>
            </a:r>
            <a:r>
              <a:rPr lang="en-US" sz="1200" dirty="0">
                <a:solidFill>
                  <a:schemeClr val="bg1"/>
                </a:solidFill>
                <a:latin typeface="Calibri" panose="020F0502020204030204"/>
              </a:rPr>
              <a:t> Lending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(No KYC Lending)</a:t>
            </a:r>
            <a:r>
              <a:rPr lang="en-US" sz="1200" dirty="0">
                <a:solidFill>
                  <a:schemeClr val="bg1"/>
                </a:solidFill>
                <a:latin typeface="Calibri" panose="020F0502020204030204"/>
              </a:rPr>
              <a:t>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Crypto Forex Broker, Public Blockchain Network (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MainNet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), Escrow service for P2P trades, Tokenizing assets, NFTs, Smart Contracts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69D2CD-47DB-4134-BB35-DA4EFF32849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603" y="191307"/>
            <a:ext cx="736002" cy="733532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A8715A28-DF5A-4C25-BB1E-DE354302F8E2}"/>
              </a:ext>
            </a:extLst>
          </p:cNvPr>
          <p:cNvSpPr txBox="1"/>
          <p:nvPr/>
        </p:nvSpPr>
        <p:spPr>
          <a:xfrm>
            <a:off x="4261252" y="1819380"/>
            <a:ext cx="262729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iandra GD" panose="020E0502030308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ICO Launchpad: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iandra GD" panose="020E0502030308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blockchain crowdfunding platform on which users can buy ICO tokens and coins with fiat or other cryptocurrencies. This platform supports automatic distribution mechanisms and crypto payment gateways.</a:t>
            </a: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aiandra GD" panose="020E0502030308020204" pitchFamily="34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7" name="Picture 106">
            <a:extLst>
              <a:ext uri="{FF2B5EF4-FFF2-40B4-BE49-F238E27FC236}">
                <a16:creationId xmlns:a16="http://schemas.microsoft.com/office/drawing/2014/main" id="{905A364A-DF55-4159-866D-453F5DB215F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831" y="1941170"/>
            <a:ext cx="536421" cy="53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31533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198</TotalTime>
  <Words>281</Words>
  <PresentationFormat>A4 Paper (210x297 mm)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Narrow</vt:lpstr>
      <vt:lpstr>Calibri</vt:lpstr>
      <vt:lpstr>Calibri Light</vt:lpstr>
      <vt:lpstr>Maiandra GD</vt:lpstr>
      <vt:lpstr>1_Office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2021-08-02T11:45:27Z</dcterms:created>
  <dcterms:modified xsi:type="dcterms:W3CDTF">2022-01-05T12:15:26Z</dcterms:modified>
</cp:coreProperties>
</file>